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B0F198-281B-4504-8567-3231B9926EB9}" v="8" dt="2026-10-01T00:29:52.2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Pruett" userId="a86915342efa5ae2" providerId="LiveId" clId="{3929E0DB-D554-4540-9602-CA0B4BBDAC32}"/>
    <pc:docChg chg="undo custSel addSld modSld addMainMaster delMainMaster">
      <pc:chgData name="Michael Pruett" userId="a86915342efa5ae2" providerId="LiveId" clId="{3929E0DB-D554-4540-9602-CA0B4BBDAC32}" dt="2026-10-02T16:09:08.502" v="1123" actId="1076"/>
      <pc:docMkLst>
        <pc:docMk/>
      </pc:docMkLst>
      <pc:sldChg chg="addSp delSp modSp mod setBg modClrScheme addAnim setClrOvrMap chgLayout">
        <pc:chgData name="Michael Pruett" userId="a86915342efa5ae2" providerId="LiveId" clId="{3929E0DB-D554-4540-9602-CA0B4BBDAC32}" dt="2026-10-01T00:16:24.109" v="199" actId="20577"/>
        <pc:sldMkLst>
          <pc:docMk/>
          <pc:sldMk cId="1833831500" sldId="256"/>
        </pc:sldMkLst>
        <pc:spChg chg="mod">
          <ac:chgData name="Michael Pruett" userId="a86915342efa5ae2" providerId="LiveId" clId="{3929E0DB-D554-4540-9602-CA0B4BBDAC32}" dt="2026-10-01T00:16:24.109" v="199" actId="20577"/>
          <ac:spMkLst>
            <pc:docMk/>
            <pc:sldMk cId="1833831500" sldId="256"/>
            <ac:spMk id="2" creationId="{F93B3214-FBF1-53BE-3ECA-1D7CBE1476EA}"/>
          </ac:spMkLst>
        </pc:spChg>
        <pc:spChg chg="mod">
          <ac:chgData name="Michael Pruett" userId="a86915342efa5ae2" providerId="LiveId" clId="{3929E0DB-D554-4540-9602-CA0B4BBDAC32}" dt="2026-10-01T00:16:17.781" v="198" actId="26606"/>
          <ac:spMkLst>
            <pc:docMk/>
            <pc:sldMk cId="1833831500" sldId="256"/>
            <ac:spMk id="3" creationId="{1E3E3DE8-B37E-19A4-7783-461016C9AA02}"/>
          </ac:spMkLst>
        </pc:spChg>
        <pc:spChg chg="add del">
          <ac:chgData name="Michael Pruett" userId="a86915342efa5ae2" providerId="LiveId" clId="{3929E0DB-D554-4540-9602-CA0B4BBDAC32}" dt="2026-10-01T00:15:32.455" v="167" actId="26606"/>
          <ac:spMkLst>
            <pc:docMk/>
            <pc:sldMk cId="1833831500" sldId="256"/>
            <ac:spMk id="9" creationId="{33E93247-6229-44AB-A550-739E971E690B}"/>
          </ac:spMkLst>
        </pc:spChg>
        <pc:spChg chg="add del">
          <ac:chgData name="Michael Pruett" userId="a86915342efa5ae2" providerId="LiveId" clId="{3929E0DB-D554-4540-9602-CA0B4BBDAC32}" dt="2026-10-01T00:16:17.781" v="198" actId="26606"/>
          <ac:spMkLst>
            <pc:docMk/>
            <pc:sldMk cId="1833831500" sldId="256"/>
            <ac:spMk id="18" creationId="{33E93247-6229-44AB-A550-739E971E690B}"/>
          </ac:spMkLst>
        </pc:spChg>
        <pc:spChg chg="add">
          <ac:chgData name="Michael Pruett" userId="a86915342efa5ae2" providerId="LiveId" clId="{3929E0DB-D554-4540-9602-CA0B4BBDAC32}" dt="2026-10-01T00:16:17.781" v="198" actId="26606"/>
          <ac:spMkLst>
            <pc:docMk/>
            <pc:sldMk cId="1833831500" sldId="256"/>
            <ac:spMk id="28" creationId="{33E93247-6229-44AB-A550-739E971E690B}"/>
          </ac:spMkLst>
        </pc:spChg>
        <pc:spChg chg="add">
          <ac:chgData name="Michael Pruett" userId="a86915342efa5ae2" providerId="LiveId" clId="{3929E0DB-D554-4540-9602-CA0B4BBDAC32}" dt="2026-10-01T00:16:17.781" v="198" actId="26606"/>
          <ac:spMkLst>
            <pc:docMk/>
            <pc:sldMk cId="1833831500" sldId="256"/>
            <ac:spMk id="30" creationId="{D21F66AB-6D67-4C86-A415-0B6E4EEC5ABA}"/>
          </ac:spMkLst>
        </pc:spChg>
        <pc:picChg chg="add del mod">
          <ac:chgData name="Michael Pruett" userId="a86915342efa5ae2" providerId="LiveId" clId="{3929E0DB-D554-4540-9602-CA0B4BBDAC32}" dt="2026-10-01T00:15:51.316" v="171" actId="478"/>
          <ac:picMkLst>
            <pc:docMk/>
            <pc:sldMk cId="1833831500" sldId="256"/>
            <ac:picMk id="4" creationId="{FE49174B-A8D6-0F5E-1ECA-4C4D2BD570BB}"/>
          </ac:picMkLst>
        </pc:picChg>
        <pc:picChg chg="add">
          <ac:chgData name="Michael Pruett" userId="a86915342efa5ae2" providerId="LiveId" clId="{3929E0DB-D554-4540-9602-CA0B4BBDAC32}" dt="2026-10-01T00:16:17.781" v="198" actId="26606"/>
          <ac:picMkLst>
            <pc:docMk/>
            <pc:sldMk cId="1833831500" sldId="256"/>
            <ac:picMk id="24" creationId="{D9345B94-D156-8682-327F-98259F0F2582}"/>
          </ac:picMkLst>
        </pc:picChg>
        <pc:cxnChg chg="add del">
          <ac:chgData name="Michael Pruett" userId="a86915342efa5ae2" providerId="LiveId" clId="{3929E0DB-D554-4540-9602-CA0B4BBDAC32}" dt="2026-10-01T00:15:32.455" v="167" actId="26606"/>
          <ac:cxnSpMkLst>
            <pc:docMk/>
            <pc:sldMk cId="1833831500" sldId="256"/>
            <ac:cxnSpMk id="11" creationId="{EE2E603F-4A95-4FE8-BB06-211DFD75DBEF}"/>
          </ac:cxnSpMkLst>
        </pc:cxnChg>
        <pc:cxnChg chg="add del">
          <ac:chgData name="Michael Pruett" userId="a86915342efa5ae2" providerId="LiveId" clId="{3929E0DB-D554-4540-9602-CA0B4BBDAC32}" dt="2026-10-01T00:15:32.455" v="167" actId="26606"/>
          <ac:cxnSpMkLst>
            <pc:docMk/>
            <pc:sldMk cId="1833831500" sldId="256"/>
            <ac:cxnSpMk id="13" creationId="{2CF06E40-3ECB-4820-95B5-8A70B07D4B47}"/>
          </ac:cxnSpMkLst>
        </pc:cxnChg>
        <pc:cxnChg chg="add del">
          <ac:chgData name="Michael Pruett" userId="a86915342efa5ae2" providerId="LiveId" clId="{3929E0DB-D554-4540-9602-CA0B4BBDAC32}" dt="2026-10-01T00:16:17.781" v="198" actId="26606"/>
          <ac:cxnSpMkLst>
            <pc:docMk/>
            <pc:sldMk cId="1833831500" sldId="256"/>
            <ac:cxnSpMk id="20" creationId="{EE2E603F-4A95-4FE8-BB06-211DFD75DBEF}"/>
          </ac:cxnSpMkLst>
        </pc:cxnChg>
        <pc:cxnChg chg="add del">
          <ac:chgData name="Michael Pruett" userId="a86915342efa5ae2" providerId="LiveId" clId="{3929E0DB-D554-4540-9602-CA0B4BBDAC32}" dt="2026-10-01T00:16:17.781" v="198" actId="26606"/>
          <ac:cxnSpMkLst>
            <pc:docMk/>
            <pc:sldMk cId="1833831500" sldId="256"/>
            <ac:cxnSpMk id="22" creationId="{2CF06E40-3ECB-4820-95B5-8A70B07D4B47}"/>
          </ac:cxnSpMkLst>
        </pc:cxnChg>
        <pc:cxnChg chg="add">
          <ac:chgData name="Michael Pruett" userId="a86915342efa5ae2" providerId="LiveId" clId="{3929E0DB-D554-4540-9602-CA0B4BBDAC32}" dt="2026-10-01T00:16:17.781" v="198" actId="26606"/>
          <ac:cxnSpMkLst>
            <pc:docMk/>
            <pc:sldMk cId="1833831500" sldId="256"/>
            <ac:cxnSpMk id="32" creationId="{0B66F5E1-B07D-4718-F4B4-5FCE4B7E8F44}"/>
          </ac:cxnSpMkLst>
        </pc:cxnChg>
      </pc:sldChg>
      <pc:sldChg chg="addSp delSp modSp new mod setBg">
        <pc:chgData name="Michael Pruett" userId="a86915342efa5ae2" providerId="LiveId" clId="{3929E0DB-D554-4540-9602-CA0B4BBDAC32}" dt="2026-10-01T00:30:20.506" v="1028" actId="20577"/>
        <pc:sldMkLst>
          <pc:docMk/>
          <pc:sldMk cId="436788947" sldId="257"/>
        </pc:sldMkLst>
        <pc:spChg chg="mod">
          <ac:chgData name="Michael Pruett" userId="a86915342efa5ae2" providerId="LiveId" clId="{3929E0DB-D554-4540-9602-CA0B4BBDAC32}" dt="2026-10-01T00:15:12.878" v="147" actId="26606"/>
          <ac:spMkLst>
            <pc:docMk/>
            <pc:sldMk cId="436788947" sldId="257"/>
            <ac:spMk id="2" creationId="{B6CFAE48-2408-EADE-7BCE-DC4DC744A344}"/>
          </ac:spMkLst>
        </pc:spChg>
        <pc:spChg chg="del mod">
          <ac:chgData name="Michael Pruett" userId="a86915342efa5ae2" providerId="LiveId" clId="{3929E0DB-D554-4540-9602-CA0B4BBDAC32}" dt="2026-10-01T00:15:12.878" v="147" actId="26606"/>
          <ac:spMkLst>
            <pc:docMk/>
            <pc:sldMk cId="436788947" sldId="257"/>
            <ac:spMk id="3" creationId="{710DD0A1-9A07-AE0F-347E-735A429F29F2}"/>
          </ac:spMkLst>
        </pc:spChg>
        <pc:spChg chg="add del">
          <ac:chgData name="Michael Pruett" userId="a86915342efa5ae2" providerId="LiveId" clId="{3929E0DB-D554-4540-9602-CA0B4BBDAC32}" dt="2026-10-01T00:15:06.904" v="144" actId="26606"/>
          <ac:spMkLst>
            <pc:docMk/>
            <pc:sldMk cId="436788947" sldId="257"/>
            <ac:spMk id="9" creationId="{660EB578-C970-4186-B93C-45851BBC6E34}"/>
          </ac:spMkLst>
        </pc:spChg>
        <pc:spChg chg="add del">
          <ac:chgData name="Michael Pruett" userId="a86915342efa5ae2" providerId="LiveId" clId="{3929E0DB-D554-4540-9602-CA0B4BBDAC32}" dt="2026-10-01T00:15:12.853" v="146" actId="26606"/>
          <ac:spMkLst>
            <pc:docMk/>
            <pc:sldMk cId="436788947" sldId="257"/>
            <ac:spMk id="15" creationId="{E49D7415-2F11-44C2-B6AA-13A25B6814B9}"/>
          </ac:spMkLst>
        </pc:spChg>
        <pc:spChg chg="add">
          <ac:chgData name="Michael Pruett" userId="a86915342efa5ae2" providerId="LiveId" clId="{3929E0DB-D554-4540-9602-CA0B4BBDAC32}" dt="2026-10-01T00:15:12.878" v="147" actId="26606"/>
          <ac:spMkLst>
            <pc:docMk/>
            <pc:sldMk cId="436788947" sldId="257"/>
            <ac:spMk id="19" creationId="{F68B2C62-7648-4430-90D5-AE0F252AF113}"/>
          </ac:spMkLst>
        </pc:spChg>
        <pc:graphicFrameChg chg="add modGraphic">
          <ac:chgData name="Michael Pruett" userId="a86915342efa5ae2" providerId="LiveId" clId="{3929E0DB-D554-4540-9602-CA0B4BBDAC32}" dt="2026-10-01T00:30:20.506" v="1028" actId="20577"/>
          <ac:graphicFrameMkLst>
            <pc:docMk/>
            <pc:sldMk cId="436788947" sldId="257"/>
            <ac:graphicFrameMk id="22" creationId="{D6E09014-C9E7-B075-EAA8-0DDC2F6C6B90}"/>
          </ac:graphicFrameMkLst>
        </pc:graphicFrameChg>
        <pc:picChg chg="add del">
          <ac:chgData name="Michael Pruett" userId="a86915342efa5ae2" providerId="LiveId" clId="{3929E0DB-D554-4540-9602-CA0B4BBDAC32}" dt="2026-10-01T00:15:06.904" v="144" actId="26606"/>
          <ac:picMkLst>
            <pc:docMk/>
            <pc:sldMk cId="436788947" sldId="257"/>
            <ac:picMk id="5" creationId="{49071A5B-EA87-ADF5-911B-A0EDEF545504}"/>
          </ac:picMkLst>
        </pc:picChg>
        <pc:picChg chg="add del">
          <ac:chgData name="Michael Pruett" userId="a86915342efa5ae2" providerId="LiveId" clId="{3929E0DB-D554-4540-9602-CA0B4BBDAC32}" dt="2026-10-01T00:15:12.853" v="146" actId="26606"/>
          <ac:picMkLst>
            <pc:docMk/>
            <pc:sldMk cId="436788947" sldId="257"/>
            <ac:picMk id="17" creationId="{2333666F-6A85-4140-6A7B-D4FCB59D0185}"/>
          </ac:picMkLst>
        </pc:picChg>
        <pc:cxnChg chg="add del">
          <ac:chgData name="Michael Pruett" userId="a86915342efa5ae2" providerId="LiveId" clId="{3929E0DB-D554-4540-9602-CA0B4BBDAC32}" dt="2026-10-01T00:15:06.904" v="144" actId="26606"/>
          <ac:cxnSpMkLst>
            <pc:docMk/>
            <pc:sldMk cId="436788947" sldId="257"/>
            <ac:cxnSpMk id="11" creationId="{CDF57B02-07BB-407B-BB36-06D9C64A673E}"/>
          </ac:cxnSpMkLst>
        </pc:cxnChg>
        <pc:cxnChg chg="add del">
          <ac:chgData name="Michael Pruett" userId="a86915342efa5ae2" providerId="LiveId" clId="{3929E0DB-D554-4540-9602-CA0B4BBDAC32}" dt="2026-10-01T00:15:06.904" v="144" actId="26606"/>
          <ac:cxnSpMkLst>
            <pc:docMk/>
            <pc:sldMk cId="436788947" sldId="257"/>
            <ac:cxnSpMk id="13" creationId="{C6855964-C920-48EB-8804-74291211C8A9}"/>
          </ac:cxnSpMkLst>
        </pc:cxnChg>
        <pc:cxnChg chg="add del">
          <ac:chgData name="Michael Pruett" userId="a86915342efa5ae2" providerId="LiveId" clId="{3929E0DB-D554-4540-9602-CA0B4BBDAC32}" dt="2026-10-01T00:15:12.853" v="146" actId="26606"/>
          <ac:cxnSpMkLst>
            <pc:docMk/>
            <pc:sldMk cId="436788947" sldId="257"/>
            <ac:cxnSpMk id="16" creationId="{F2B951FD-94F7-E138-3EC2-A66A551D9137}"/>
          </ac:cxnSpMkLst>
        </pc:cxnChg>
        <pc:cxnChg chg="add">
          <ac:chgData name="Michael Pruett" userId="a86915342efa5ae2" providerId="LiveId" clId="{3929E0DB-D554-4540-9602-CA0B4BBDAC32}" dt="2026-10-01T00:15:12.878" v="147" actId="26606"/>
          <ac:cxnSpMkLst>
            <pc:docMk/>
            <pc:sldMk cId="436788947" sldId="257"/>
            <ac:cxnSpMk id="20" creationId="{AAD0195E-7F27-4D06-9427-0C121D721A14}"/>
          </ac:cxnSpMkLst>
        </pc:cxnChg>
        <pc:cxnChg chg="add">
          <ac:chgData name="Michael Pruett" userId="a86915342efa5ae2" providerId="LiveId" clId="{3929E0DB-D554-4540-9602-CA0B4BBDAC32}" dt="2026-10-01T00:15:12.878" v="147" actId="26606"/>
          <ac:cxnSpMkLst>
            <pc:docMk/>
            <pc:sldMk cId="436788947" sldId="257"/>
            <ac:cxnSpMk id="21" creationId="{9D74C2FC-3228-4FC1-B97B-87AD35508D91}"/>
          </ac:cxnSpMkLst>
        </pc:cxnChg>
      </pc:sldChg>
      <pc:sldChg chg="addSp modSp new mod setBg">
        <pc:chgData name="Michael Pruett" userId="a86915342efa5ae2" providerId="LiveId" clId="{3929E0DB-D554-4540-9602-CA0B4BBDAC32}" dt="2026-10-01T00:18:16.225" v="502" actId="26606"/>
        <pc:sldMkLst>
          <pc:docMk/>
          <pc:sldMk cId="3476891638" sldId="258"/>
        </pc:sldMkLst>
        <pc:spChg chg="mod">
          <ac:chgData name="Michael Pruett" userId="a86915342efa5ae2" providerId="LiveId" clId="{3929E0DB-D554-4540-9602-CA0B4BBDAC32}" dt="2026-10-01T00:18:16.225" v="502" actId="26606"/>
          <ac:spMkLst>
            <pc:docMk/>
            <pc:sldMk cId="3476891638" sldId="258"/>
            <ac:spMk id="2" creationId="{007BDBEF-6CA0-FD5D-47C5-87D9D555A43A}"/>
          </ac:spMkLst>
        </pc:spChg>
        <pc:spChg chg="mod">
          <ac:chgData name="Michael Pruett" userId="a86915342efa5ae2" providerId="LiveId" clId="{3929E0DB-D554-4540-9602-CA0B4BBDAC32}" dt="2026-10-01T00:18:16.225" v="502" actId="26606"/>
          <ac:spMkLst>
            <pc:docMk/>
            <pc:sldMk cId="3476891638" sldId="258"/>
            <ac:spMk id="3" creationId="{05959E59-5C15-A89F-9D8C-1D2D60515E44}"/>
          </ac:spMkLst>
        </pc:spChg>
        <pc:spChg chg="add">
          <ac:chgData name="Michael Pruett" userId="a86915342efa5ae2" providerId="LiveId" clId="{3929E0DB-D554-4540-9602-CA0B4BBDAC32}" dt="2026-10-01T00:18:16.225" v="502" actId="26606"/>
          <ac:spMkLst>
            <pc:docMk/>
            <pc:sldMk cId="3476891638" sldId="258"/>
            <ac:spMk id="9" creationId="{660EB578-C970-4186-B93C-45851BBC6E34}"/>
          </ac:spMkLst>
        </pc:spChg>
        <pc:picChg chg="add">
          <ac:chgData name="Michael Pruett" userId="a86915342efa5ae2" providerId="LiveId" clId="{3929E0DB-D554-4540-9602-CA0B4BBDAC32}" dt="2026-10-01T00:18:16.225" v="502" actId="26606"/>
          <ac:picMkLst>
            <pc:docMk/>
            <pc:sldMk cId="3476891638" sldId="258"/>
            <ac:picMk id="5" creationId="{EEBEF3CB-FE2B-2C52-92EC-E3A6AEF62AAA}"/>
          </ac:picMkLst>
        </pc:picChg>
        <pc:cxnChg chg="add">
          <ac:chgData name="Michael Pruett" userId="a86915342efa5ae2" providerId="LiveId" clId="{3929E0DB-D554-4540-9602-CA0B4BBDAC32}" dt="2026-10-01T00:18:16.225" v="502" actId="26606"/>
          <ac:cxnSpMkLst>
            <pc:docMk/>
            <pc:sldMk cId="3476891638" sldId="258"/>
            <ac:cxnSpMk id="11" creationId="{CDF57B02-07BB-407B-BB36-06D9C64A673E}"/>
          </ac:cxnSpMkLst>
        </pc:cxnChg>
        <pc:cxnChg chg="add">
          <ac:chgData name="Michael Pruett" userId="a86915342efa5ae2" providerId="LiveId" clId="{3929E0DB-D554-4540-9602-CA0B4BBDAC32}" dt="2026-10-01T00:18:16.225" v="502" actId="26606"/>
          <ac:cxnSpMkLst>
            <pc:docMk/>
            <pc:sldMk cId="3476891638" sldId="258"/>
            <ac:cxnSpMk id="13" creationId="{C6855964-C920-48EB-8804-74291211C8A9}"/>
          </ac:cxnSpMkLst>
        </pc:cxnChg>
      </pc:sldChg>
      <pc:sldChg chg="addSp modSp new mod setBg">
        <pc:chgData name="Michael Pruett" userId="a86915342efa5ae2" providerId="LiveId" clId="{3929E0DB-D554-4540-9602-CA0B4BBDAC32}" dt="2026-10-01T00:20:53.317" v="856" actId="26606"/>
        <pc:sldMkLst>
          <pc:docMk/>
          <pc:sldMk cId="2722109805" sldId="259"/>
        </pc:sldMkLst>
        <pc:spChg chg="mod">
          <ac:chgData name="Michael Pruett" userId="a86915342efa5ae2" providerId="LiveId" clId="{3929E0DB-D554-4540-9602-CA0B4BBDAC32}" dt="2026-10-01T00:20:53.317" v="856" actId="26606"/>
          <ac:spMkLst>
            <pc:docMk/>
            <pc:sldMk cId="2722109805" sldId="259"/>
            <ac:spMk id="2" creationId="{9F81DE04-131F-7FF0-3FFF-D4C0C45AC4BC}"/>
          </ac:spMkLst>
        </pc:spChg>
        <pc:spChg chg="mod">
          <ac:chgData name="Michael Pruett" userId="a86915342efa5ae2" providerId="LiveId" clId="{3929E0DB-D554-4540-9602-CA0B4BBDAC32}" dt="2026-10-01T00:20:53.317" v="856" actId="26606"/>
          <ac:spMkLst>
            <pc:docMk/>
            <pc:sldMk cId="2722109805" sldId="259"/>
            <ac:spMk id="3" creationId="{73DC1776-A387-A8B8-708F-BC907CA4CBAD}"/>
          </ac:spMkLst>
        </pc:spChg>
        <pc:spChg chg="add">
          <ac:chgData name="Michael Pruett" userId="a86915342efa5ae2" providerId="LiveId" clId="{3929E0DB-D554-4540-9602-CA0B4BBDAC32}" dt="2026-10-01T00:20:53.317" v="856" actId="26606"/>
          <ac:spMkLst>
            <pc:docMk/>
            <pc:sldMk cId="2722109805" sldId="259"/>
            <ac:spMk id="9" creationId="{E49D7415-2F11-44C2-B6AA-13A25B6814B9}"/>
          </ac:spMkLst>
        </pc:spChg>
        <pc:picChg chg="add">
          <ac:chgData name="Michael Pruett" userId="a86915342efa5ae2" providerId="LiveId" clId="{3929E0DB-D554-4540-9602-CA0B4BBDAC32}" dt="2026-10-01T00:20:53.317" v="856" actId="26606"/>
          <ac:picMkLst>
            <pc:docMk/>
            <pc:sldMk cId="2722109805" sldId="259"/>
            <ac:picMk id="5" creationId="{7155D8AF-5D5B-7364-2029-88B20F5288DF}"/>
          </ac:picMkLst>
        </pc:picChg>
        <pc:cxnChg chg="add">
          <ac:chgData name="Michael Pruett" userId="a86915342efa5ae2" providerId="LiveId" clId="{3929E0DB-D554-4540-9602-CA0B4BBDAC32}" dt="2026-10-01T00:20:53.317" v="856" actId="26606"/>
          <ac:cxnSpMkLst>
            <pc:docMk/>
            <pc:sldMk cId="2722109805" sldId="259"/>
            <ac:cxnSpMk id="11" creationId="{F2B951FD-94F7-E138-3EC2-A66A551D9137}"/>
          </ac:cxnSpMkLst>
        </pc:cxnChg>
      </pc:sldChg>
      <pc:sldChg chg="addSp delSp modSp new mod setBg">
        <pc:chgData name="Michael Pruett" userId="a86915342efa5ae2" providerId="LiveId" clId="{3929E0DB-D554-4540-9602-CA0B4BBDAC32}" dt="2026-10-02T16:09:08.502" v="1123" actId="1076"/>
        <pc:sldMkLst>
          <pc:docMk/>
          <pc:sldMk cId="312132586" sldId="260"/>
        </pc:sldMkLst>
        <pc:spChg chg="mod">
          <ac:chgData name="Michael Pruett" userId="a86915342efa5ae2" providerId="LiveId" clId="{3929E0DB-D554-4540-9602-CA0B4BBDAC32}" dt="2026-10-01T00:28:20.705" v="947" actId="26606"/>
          <ac:spMkLst>
            <pc:docMk/>
            <pc:sldMk cId="312132586" sldId="260"/>
            <ac:spMk id="2" creationId="{AA10B593-192C-7F0A-C8D9-7F0EC9B0ADA5}"/>
          </ac:spMkLst>
        </pc:spChg>
        <pc:spChg chg="mod ord">
          <ac:chgData name="Michael Pruett" userId="a86915342efa5ae2" providerId="LiveId" clId="{3929E0DB-D554-4540-9602-CA0B4BBDAC32}" dt="2026-10-02T16:09:08.502" v="1123" actId="1076"/>
          <ac:spMkLst>
            <pc:docMk/>
            <pc:sldMk cId="312132586" sldId="260"/>
            <ac:spMk id="3" creationId="{BDA89C31-55E7-1312-5DBA-7FDB3CC99956}"/>
          </ac:spMkLst>
        </pc:spChg>
        <pc:spChg chg="add del">
          <ac:chgData name="Michael Pruett" userId="a86915342efa5ae2" providerId="LiveId" clId="{3929E0DB-D554-4540-9602-CA0B4BBDAC32}" dt="2026-10-01T00:28:20.705" v="947" actId="26606"/>
          <ac:spMkLst>
            <pc:docMk/>
            <pc:sldMk cId="312132586" sldId="260"/>
            <ac:spMk id="12" creationId="{E53615EE-C559-4E03-999B-5477F1626FE5}"/>
          </ac:spMkLst>
        </pc:spChg>
        <pc:spChg chg="add del">
          <ac:chgData name="Michael Pruett" userId="a86915342efa5ae2" providerId="LiveId" clId="{3929E0DB-D554-4540-9602-CA0B4BBDAC32}" dt="2026-10-01T00:28:11.723" v="940" actId="26606"/>
          <ac:spMkLst>
            <pc:docMk/>
            <pc:sldMk cId="312132586" sldId="260"/>
            <ac:spMk id="19" creationId="{E53615EE-C559-4E03-999B-5477F1626FE5}"/>
          </ac:spMkLst>
        </pc:spChg>
        <pc:spChg chg="add del">
          <ac:chgData name="Michael Pruett" userId="a86915342efa5ae2" providerId="LiveId" clId="{3929E0DB-D554-4540-9602-CA0B4BBDAC32}" dt="2026-10-01T00:28:13.487" v="942" actId="26606"/>
          <ac:spMkLst>
            <pc:docMk/>
            <pc:sldMk cId="312132586" sldId="260"/>
            <ac:spMk id="25" creationId="{E53615EE-C559-4E03-999B-5477F1626FE5}"/>
          </ac:spMkLst>
        </pc:spChg>
        <pc:spChg chg="add del">
          <ac:chgData name="Michael Pruett" userId="a86915342efa5ae2" providerId="LiveId" clId="{3929E0DB-D554-4540-9602-CA0B4BBDAC32}" dt="2026-10-01T00:28:15.856" v="944" actId="26606"/>
          <ac:spMkLst>
            <pc:docMk/>
            <pc:sldMk cId="312132586" sldId="260"/>
            <ac:spMk id="28" creationId="{E53615EE-C559-4E03-999B-5477F1626FE5}"/>
          </ac:spMkLst>
        </pc:spChg>
        <pc:spChg chg="add del">
          <ac:chgData name="Michael Pruett" userId="a86915342efa5ae2" providerId="LiveId" clId="{3929E0DB-D554-4540-9602-CA0B4BBDAC32}" dt="2026-10-01T00:28:20.691" v="946" actId="26606"/>
          <ac:spMkLst>
            <pc:docMk/>
            <pc:sldMk cId="312132586" sldId="260"/>
            <ac:spMk id="32" creationId="{E49D7415-2F11-44C2-B6AA-13A25B6814B9}"/>
          </ac:spMkLst>
        </pc:spChg>
        <pc:spChg chg="add">
          <ac:chgData name="Michael Pruett" userId="a86915342efa5ae2" providerId="LiveId" clId="{3929E0DB-D554-4540-9602-CA0B4BBDAC32}" dt="2026-10-01T00:28:20.705" v="947" actId="26606"/>
          <ac:spMkLst>
            <pc:docMk/>
            <pc:sldMk cId="312132586" sldId="260"/>
            <ac:spMk id="36" creationId="{E53615EE-C559-4E03-999B-5477F1626FE5}"/>
          </ac:spMkLst>
        </pc:spChg>
        <pc:picChg chg="add del mod ord">
          <ac:chgData name="Michael Pruett" userId="a86915342efa5ae2" providerId="LiveId" clId="{3929E0DB-D554-4540-9602-CA0B4BBDAC32}" dt="2026-10-01T00:23:06.353" v="934" actId="478"/>
          <ac:picMkLst>
            <pc:docMk/>
            <pc:sldMk cId="312132586" sldId="260"/>
            <ac:picMk id="5" creationId="{7AF22DF9-1C55-A696-8143-8C87A5C3534D}"/>
          </ac:picMkLst>
        </pc:picChg>
        <pc:picChg chg="add del mod">
          <ac:chgData name="Michael Pruett" userId="a86915342efa5ae2" providerId="LiveId" clId="{3929E0DB-D554-4540-9602-CA0B4BBDAC32}" dt="2026-10-01T00:23:08.332" v="935" actId="478"/>
          <ac:picMkLst>
            <pc:docMk/>
            <pc:sldMk cId="312132586" sldId="260"/>
            <ac:picMk id="7" creationId="{328E03E8-76B1-0C1D-DBF5-BB9FA755F36F}"/>
          </ac:picMkLst>
        </pc:picChg>
        <pc:picChg chg="add mod ord">
          <ac:chgData name="Michael Pruett" userId="a86915342efa5ae2" providerId="LiveId" clId="{3929E0DB-D554-4540-9602-CA0B4BBDAC32}" dt="2026-10-01T00:28:20.705" v="947" actId="26606"/>
          <ac:picMkLst>
            <pc:docMk/>
            <pc:sldMk cId="312132586" sldId="260"/>
            <ac:picMk id="9" creationId="{50101EE0-2D2C-A935-5B2B-BDA90D80F12E}"/>
          </ac:picMkLst>
        </pc:picChg>
        <pc:picChg chg="add mod">
          <ac:chgData name="Michael Pruett" userId="a86915342efa5ae2" providerId="LiveId" clId="{3929E0DB-D554-4540-9602-CA0B4BBDAC32}" dt="2026-10-01T00:28:20.705" v="947" actId="26606"/>
          <ac:picMkLst>
            <pc:docMk/>
            <pc:sldMk cId="312132586" sldId="260"/>
            <ac:picMk id="11" creationId="{34B2DC6C-6605-18B2-3D46-7731D5674581}"/>
          </ac:picMkLst>
        </pc:picChg>
        <pc:cxnChg chg="add del">
          <ac:chgData name="Michael Pruett" userId="a86915342efa5ae2" providerId="LiveId" clId="{3929E0DB-D554-4540-9602-CA0B4BBDAC32}" dt="2026-10-01T00:28:20.705" v="947" actId="26606"/>
          <ac:cxnSpMkLst>
            <pc:docMk/>
            <pc:sldMk cId="312132586" sldId="260"/>
            <ac:cxnSpMk id="14" creationId="{799A8EBD-049C-48E6-97ED-C9102D78FC79}"/>
          </ac:cxnSpMkLst>
        </pc:cxnChg>
        <pc:cxnChg chg="add del">
          <ac:chgData name="Michael Pruett" userId="a86915342efa5ae2" providerId="LiveId" clId="{3929E0DB-D554-4540-9602-CA0B4BBDAC32}" dt="2026-10-01T00:28:11.723" v="940" actId="26606"/>
          <ac:cxnSpMkLst>
            <pc:docMk/>
            <pc:sldMk cId="312132586" sldId="260"/>
            <ac:cxnSpMk id="21" creationId="{799A8EBD-049C-48E6-97ED-C9102D78FC79}"/>
          </ac:cxnSpMkLst>
        </pc:cxnChg>
        <pc:cxnChg chg="add del">
          <ac:chgData name="Michael Pruett" userId="a86915342efa5ae2" providerId="LiveId" clId="{3929E0DB-D554-4540-9602-CA0B4BBDAC32}" dt="2026-10-01T00:28:11.723" v="940" actId="26606"/>
          <ac:cxnSpMkLst>
            <pc:docMk/>
            <pc:sldMk cId="312132586" sldId="260"/>
            <ac:cxnSpMk id="23" creationId="{07AB7C5C-C091-4C25-B1BD-93E2F6948C92}"/>
          </ac:cxnSpMkLst>
        </pc:cxnChg>
        <pc:cxnChg chg="add del">
          <ac:chgData name="Michael Pruett" userId="a86915342efa5ae2" providerId="LiveId" clId="{3929E0DB-D554-4540-9602-CA0B4BBDAC32}" dt="2026-10-01T00:28:13.487" v="942" actId="26606"/>
          <ac:cxnSpMkLst>
            <pc:docMk/>
            <pc:sldMk cId="312132586" sldId="260"/>
            <ac:cxnSpMk id="26" creationId="{799A8EBD-049C-48E6-97ED-C9102D78FC79}"/>
          </ac:cxnSpMkLst>
        </pc:cxnChg>
        <pc:cxnChg chg="add del">
          <ac:chgData name="Michael Pruett" userId="a86915342efa5ae2" providerId="LiveId" clId="{3929E0DB-D554-4540-9602-CA0B4BBDAC32}" dt="2026-10-01T00:28:15.856" v="944" actId="26606"/>
          <ac:cxnSpMkLst>
            <pc:docMk/>
            <pc:sldMk cId="312132586" sldId="260"/>
            <ac:cxnSpMk id="29" creationId="{799A8EBD-049C-48E6-97ED-C9102D78FC79}"/>
          </ac:cxnSpMkLst>
        </pc:cxnChg>
        <pc:cxnChg chg="add del">
          <ac:chgData name="Michael Pruett" userId="a86915342efa5ae2" providerId="LiveId" clId="{3929E0DB-D554-4540-9602-CA0B4BBDAC32}" dt="2026-10-01T00:28:15.856" v="944" actId="26606"/>
          <ac:cxnSpMkLst>
            <pc:docMk/>
            <pc:sldMk cId="312132586" sldId="260"/>
            <ac:cxnSpMk id="30" creationId="{07AB7C5C-C091-4C25-B1BD-93E2F6948C92}"/>
          </ac:cxnSpMkLst>
        </pc:cxnChg>
        <pc:cxnChg chg="add del">
          <ac:chgData name="Michael Pruett" userId="a86915342efa5ae2" providerId="LiveId" clId="{3929E0DB-D554-4540-9602-CA0B4BBDAC32}" dt="2026-10-01T00:28:20.691" v="946" actId="26606"/>
          <ac:cxnSpMkLst>
            <pc:docMk/>
            <pc:sldMk cId="312132586" sldId="260"/>
            <ac:cxnSpMk id="33" creationId="{C19EF34C-5622-413F-9C9F-AC937E306E7B}"/>
          </ac:cxnSpMkLst>
        </pc:cxnChg>
        <pc:cxnChg chg="add del">
          <ac:chgData name="Michael Pruett" userId="a86915342efa5ae2" providerId="LiveId" clId="{3929E0DB-D554-4540-9602-CA0B4BBDAC32}" dt="2026-10-01T00:28:20.691" v="946" actId="26606"/>
          <ac:cxnSpMkLst>
            <pc:docMk/>
            <pc:sldMk cId="312132586" sldId="260"/>
            <ac:cxnSpMk id="34" creationId="{28549954-3C0C-48B7-9BE6-9B32C39D0444}"/>
          </ac:cxnSpMkLst>
        </pc:cxnChg>
        <pc:cxnChg chg="add">
          <ac:chgData name="Michael Pruett" userId="a86915342efa5ae2" providerId="LiveId" clId="{3929E0DB-D554-4540-9602-CA0B4BBDAC32}" dt="2026-10-01T00:28:20.705" v="947" actId="26606"/>
          <ac:cxnSpMkLst>
            <pc:docMk/>
            <pc:sldMk cId="312132586" sldId="260"/>
            <ac:cxnSpMk id="37" creationId="{799A8EBD-049C-48E6-97ED-C9102D78FC79}"/>
          </ac:cxnSpMkLst>
        </pc:cxnChg>
        <pc:cxnChg chg="add">
          <ac:chgData name="Michael Pruett" userId="a86915342efa5ae2" providerId="LiveId" clId="{3929E0DB-D554-4540-9602-CA0B4BBDAC32}" dt="2026-10-01T00:28:20.705" v="947" actId="26606"/>
          <ac:cxnSpMkLst>
            <pc:docMk/>
            <pc:sldMk cId="312132586" sldId="260"/>
            <ac:cxnSpMk id="38" creationId="{07AB7C5C-C091-4C25-B1BD-93E2F6948C92}"/>
          </ac:cxnSpMkLst>
        </pc:cxnChg>
      </pc:sldChg>
      <pc:sldChg chg="addSp delSp modSp new mod setBg">
        <pc:chgData name="Michael Pruett" userId="a86915342efa5ae2" providerId="LiveId" clId="{3929E0DB-D554-4540-9602-CA0B4BBDAC32}" dt="2026-10-01T00:30:03.705" v="1023" actId="26606"/>
        <pc:sldMkLst>
          <pc:docMk/>
          <pc:sldMk cId="3220043637" sldId="261"/>
        </pc:sldMkLst>
        <pc:spChg chg="mod">
          <ac:chgData name="Michael Pruett" userId="a86915342efa5ae2" providerId="LiveId" clId="{3929E0DB-D554-4540-9602-CA0B4BBDAC32}" dt="2026-10-01T00:30:03.705" v="1023" actId="26606"/>
          <ac:spMkLst>
            <pc:docMk/>
            <pc:sldMk cId="3220043637" sldId="261"/>
            <ac:spMk id="2" creationId="{E433CE8E-C5D3-7213-F1F2-62B121727A8A}"/>
          </ac:spMkLst>
        </pc:spChg>
        <pc:spChg chg="del mod">
          <ac:chgData name="Michael Pruett" userId="a86915342efa5ae2" providerId="LiveId" clId="{3929E0DB-D554-4540-9602-CA0B4BBDAC32}" dt="2026-10-01T00:30:03.705" v="1023" actId="26606"/>
          <ac:spMkLst>
            <pc:docMk/>
            <pc:sldMk cId="3220043637" sldId="261"/>
            <ac:spMk id="3" creationId="{07E3BEBB-F78A-5991-330D-82E69074035D}"/>
          </ac:spMkLst>
        </pc:spChg>
        <pc:spChg chg="add">
          <ac:chgData name="Michael Pruett" userId="a86915342efa5ae2" providerId="LiveId" clId="{3929E0DB-D554-4540-9602-CA0B4BBDAC32}" dt="2026-10-01T00:30:03.705" v="1023" actId="26606"/>
          <ac:spMkLst>
            <pc:docMk/>
            <pc:sldMk cId="3220043637" sldId="261"/>
            <ac:spMk id="9" creationId="{F68B2C62-7648-4430-90D5-AE0F252AF113}"/>
          </ac:spMkLst>
        </pc:spChg>
        <pc:graphicFrameChg chg="add">
          <ac:chgData name="Michael Pruett" userId="a86915342efa5ae2" providerId="LiveId" clId="{3929E0DB-D554-4540-9602-CA0B4BBDAC32}" dt="2026-10-01T00:30:03.705" v="1023" actId="26606"/>
          <ac:graphicFrameMkLst>
            <pc:docMk/>
            <pc:sldMk cId="3220043637" sldId="261"/>
            <ac:graphicFrameMk id="5" creationId="{F38DA066-AFEC-273F-3211-28D9750FC067}"/>
          </ac:graphicFrameMkLst>
        </pc:graphicFrameChg>
        <pc:cxnChg chg="add">
          <ac:chgData name="Michael Pruett" userId="a86915342efa5ae2" providerId="LiveId" clId="{3929E0DB-D554-4540-9602-CA0B4BBDAC32}" dt="2026-10-01T00:30:03.705" v="1023" actId="26606"/>
          <ac:cxnSpMkLst>
            <pc:docMk/>
            <pc:sldMk cId="3220043637" sldId="261"/>
            <ac:cxnSpMk id="11" creationId="{AAD0195E-7F27-4D06-9427-0C121D721A14}"/>
          </ac:cxnSpMkLst>
        </pc:cxnChg>
        <pc:cxnChg chg="add">
          <ac:chgData name="Michael Pruett" userId="a86915342efa5ae2" providerId="LiveId" clId="{3929E0DB-D554-4540-9602-CA0B4BBDAC32}" dt="2026-10-01T00:30:03.705" v="1023" actId="26606"/>
          <ac:cxnSpMkLst>
            <pc:docMk/>
            <pc:sldMk cId="3220043637" sldId="261"/>
            <ac:cxnSpMk id="13" creationId="{9D74C2FC-3228-4FC1-B97B-87AD35508D91}"/>
          </ac:cxnSpMkLst>
        </pc:cxnChg>
      </pc:sldChg>
      <pc:sldMasterChg chg="del delSldLayout">
        <pc:chgData name="Michael Pruett" userId="a86915342efa5ae2" providerId="LiveId" clId="{3929E0DB-D554-4540-9602-CA0B4BBDAC32}" dt="2026-10-01T00:12:31.876" v="40" actId="26606"/>
        <pc:sldMasterMkLst>
          <pc:docMk/>
          <pc:sldMasterMk cId="2352560601" sldId="2147483648"/>
        </pc:sldMasterMkLst>
        <pc:sldLayoutChg chg="del">
          <pc:chgData name="Michael Pruett" userId="a86915342efa5ae2" providerId="LiveId" clId="{3929E0DB-D554-4540-9602-CA0B4BBDAC32}" dt="2026-10-01T00:12:31.876" v="40" actId="26606"/>
          <pc:sldLayoutMkLst>
            <pc:docMk/>
            <pc:sldMasterMk cId="2352560601" sldId="2147483648"/>
            <pc:sldLayoutMk cId="890732660" sldId="2147483649"/>
          </pc:sldLayoutMkLst>
        </pc:sldLayoutChg>
        <pc:sldLayoutChg chg="del">
          <pc:chgData name="Michael Pruett" userId="a86915342efa5ae2" providerId="LiveId" clId="{3929E0DB-D554-4540-9602-CA0B4BBDAC32}" dt="2026-10-01T00:12:31.876" v="40" actId="26606"/>
          <pc:sldLayoutMkLst>
            <pc:docMk/>
            <pc:sldMasterMk cId="2352560601" sldId="2147483648"/>
            <pc:sldLayoutMk cId="2633522646" sldId="2147483650"/>
          </pc:sldLayoutMkLst>
        </pc:sldLayoutChg>
        <pc:sldLayoutChg chg="del">
          <pc:chgData name="Michael Pruett" userId="a86915342efa5ae2" providerId="LiveId" clId="{3929E0DB-D554-4540-9602-CA0B4BBDAC32}" dt="2026-10-01T00:12:31.876" v="40" actId="26606"/>
          <pc:sldLayoutMkLst>
            <pc:docMk/>
            <pc:sldMasterMk cId="2352560601" sldId="2147483648"/>
            <pc:sldLayoutMk cId="4164238916" sldId="2147483651"/>
          </pc:sldLayoutMkLst>
        </pc:sldLayoutChg>
        <pc:sldLayoutChg chg="del">
          <pc:chgData name="Michael Pruett" userId="a86915342efa5ae2" providerId="LiveId" clId="{3929E0DB-D554-4540-9602-CA0B4BBDAC32}" dt="2026-10-01T00:12:31.876" v="40" actId="26606"/>
          <pc:sldLayoutMkLst>
            <pc:docMk/>
            <pc:sldMasterMk cId="2352560601" sldId="2147483648"/>
            <pc:sldLayoutMk cId="3461952453" sldId="2147483652"/>
          </pc:sldLayoutMkLst>
        </pc:sldLayoutChg>
        <pc:sldLayoutChg chg="del">
          <pc:chgData name="Michael Pruett" userId="a86915342efa5ae2" providerId="LiveId" clId="{3929E0DB-D554-4540-9602-CA0B4BBDAC32}" dt="2026-10-01T00:12:31.876" v="40" actId="26606"/>
          <pc:sldLayoutMkLst>
            <pc:docMk/>
            <pc:sldMasterMk cId="2352560601" sldId="2147483648"/>
            <pc:sldLayoutMk cId="740574626" sldId="2147483653"/>
          </pc:sldLayoutMkLst>
        </pc:sldLayoutChg>
        <pc:sldLayoutChg chg="del">
          <pc:chgData name="Michael Pruett" userId="a86915342efa5ae2" providerId="LiveId" clId="{3929E0DB-D554-4540-9602-CA0B4BBDAC32}" dt="2026-10-01T00:12:31.876" v="40" actId="26606"/>
          <pc:sldLayoutMkLst>
            <pc:docMk/>
            <pc:sldMasterMk cId="2352560601" sldId="2147483648"/>
            <pc:sldLayoutMk cId="2350424732" sldId="2147483654"/>
          </pc:sldLayoutMkLst>
        </pc:sldLayoutChg>
        <pc:sldLayoutChg chg="del">
          <pc:chgData name="Michael Pruett" userId="a86915342efa5ae2" providerId="LiveId" clId="{3929E0DB-D554-4540-9602-CA0B4BBDAC32}" dt="2026-10-01T00:12:31.876" v="40" actId="26606"/>
          <pc:sldLayoutMkLst>
            <pc:docMk/>
            <pc:sldMasterMk cId="2352560601" sldId="2147483648"/>
            <pc:sldLayoutMk cId="3318160507" sldId="2147483655"/>
          </pc:sldLayoutMkLst>
        </pc:sldLayoutChg>
        <pc:sldLayoutChg chg="del">
          <pc:chgData name="Michael Pruett" userId="a86915342efa5ae2" providerId="LiveId" clId="{3929E0DB-D554-4540-9602-CA0B4BBDAC32}" dt="2026-10-01T00:12:31.876" v="40" actId="26606"/>
          <pc:sldLayoutMkLst>
            <pc:docMk/>
            <pc:sldMasterMk cId="2352560601" sldId="2147483648"/>
            <pc:sldLayoutMk cId="3324634347" sldId="2147483656"/>
          </pc:sldLayoutMkLst>
        </pc:sldLayoutChg>
        <pc:sldLayoutChg chg="del">
          <pc:chgData name="Michael Pruett" userId="a86915342efa5ae2" providerId="LiveId" clId="{3929E0DB-D554-4540-9602-CA0B4BBDAC32}" dt="2026-10-01T00:12:31.876" v="40" actId="26606"/>
          <pc:sldLayoutMkLst>
            <pc:docMk/>
            <pc:sldMasterMk cId="2352560601" sldId="2147483648"/>
            <pc:sldLayoutMk cId="2718149174" sldId="2147483657"/>
          </pc:sldLayoutMkLst>
        </pc:sldLayoutChg>
        <pc:sldLayoutChg chg="del">
          <pc:chgData name="Michael Pruett" userId="a86915342efa5ae2" providerId="LiveId" clId="{3929E0DB-D554-4540-9602-CA0B4BBDAC32}" dt="2026-10-01T00:12:31.876" v="40" actId="26606"/>
          <pc:sldLayoutMkLst>
            <pc:docMk/>
            <pc:sldMasterMk cId="2352560601" sldId="2147483648"/>
            <pc:sldLayoutMk cId="335219464" sldId="2147483658"/>
          </pc:sldLayoutMkLst>
        </pc:sldLayoutChg>
        <pc:sldLayoutChg chg="del">
          <pc:chgData name="Michael Pruett" userId="a86915342efa5ae2" providerId="LiveId" clId="{3929E0DB-D554-4540-9602-CA0B4BBDAC32}" dt="2026-10-01T00:12:31.876" v="40" actId="26606"/>
          <pc:sldLayoutMkLst>
            <pc:docMk/>
            <pc:sldMasterMk cId="2352560601" sldId="2147483648"/>
            <pc:sldLayoutMk cId="2626643415" sldId="2147483659"/>
          </pc:sldLayoutMkLst>
        </pc:sldLayoutChg>
      </pc:sldMasterChg>
      <pc:sldMasterChg chg="add replId addSldLayout">
        <pc:chgData name="Michael Pruett" userId="a86915342efa5ae2" providerId="LiveId" clId="{3929E0DB-D554-4540-9602-CA0B4BBDAC32}" dt="2026-10-01T00:12:31.876" v="40" actId="26606"/>
        <pc:sldMasterMkLst>
          <pc:docMk/>
          <pc:sldMasterMk cId="591013869" sldId="2147483660"/>
        </pc:sldMasterMkLst>
        <pc:sldLayoutChg chg="add">
          <pc:chgData name="Michael Pruett" userId="a86915342efa5ae2" providerId="LiveId" clId="{3929E0DB-D554-4540-9602-CA0B4BBDAC32}" dt="2026-10-01T00:12:31.876" v="40" actId="26606"/>
          <pc:sldLayoutMkLst>
            <pc:docMk/>
            <pc:sldMasterMk cId="591013869" sldId="2147483660"/>
            <pc:sldLayoutMk cId="4050318079" sldId="2147483661"/>
          </pc:sldLayoutMkLst>
        </pc:sldLayoutChg>
        <pc:sldLayoutChg chg="add replId">
          <pc:chgData name="Michael Pruett" userId="a86915342efa5ae2" providerId="LiveId" clId="{3929E0DB-D554-4540-9602-CA0B4BBDAC32}" dt="2026-10-01T00:12:31.876" v="40" actId="26606"/>
          <pc:sldLayoutMkLst>
            <pc:docMk/>
            <pc:sldMasterMk cId="591013869" sldId="2147483660"/>
            <pc:sldLayoutMk cId="160639183" sldId="2147483662"/>
          </pc:sldLayoutMkLst>
        </pc:sldLayoutChg>
        <pc:sldLayoutChg chg="add replId">
          <pc:chgData name="Michael Pruett" userId="a86915342efa5ae2" providerId="LiveId" clId="{3929E0DB-D554-4540-9602-CA0B4BBDAC32}" dt="2026-10-01T00:12:31.876" v="40" actId="26606"/>
          <pc:sldLayoutMkLst>
            <pc:docMk/>
            <pc:sldMasterMk cId="591013869" sldId="2147483660"/>
            <pc:sldLayoutMk cId="1241267887" sldId="2147483663"/>
          </pc:sldLayoutMkLst>
        </pc:sldLayoutChg>
        <pc:sldLayoutChg chg="add replId">
          <pc:chgData name="Michael Pruett" userId="a86915342efa5ae2" providerId="LiveId" clId="{3929E0DB-D554-4540-9602-CA0B4BBDAC32}" dt="2026-10-01T00:12:31.876" v="40" actId="26606"/>
          <pc:sldLayoutMkLst>
            <pc:docMk/>
            <pc:sldMasterMk cId="591013869" sldId="2147483660"/>
            <pc:sldLayoutMk cId="3594677132" sldId="2147483664"/>
          </pc:sldLayoutMkLst>
        </pc:sldLayoutChg>
        <pc:sldLayoutChg chg="add replId">
          <pc:chgData name="Michael Pruett" userId="a86915342efa5ae2" providerId="LiveId" clId="{3929E0DB-D554-4540-9602-CA0B4BBDAC32}" dt="2026-10-01T00:12:31.876" v="40" actId="26606"/>
          <pc:sldLayoutMkLst>
            <pc:docMk/>
            <pc:sldMasterMk cId="591013869" sldId="2147483660"/>
            <pc:sldLayoutMk cId="2094438681" sldId="2147483665"/>
          </pc:sldLayoutMkLst>
        </pc:sldLayoutChg>
        <pc:sldLayoutChg chg="add replId">
          <pc:chgData name="Michael Pruett" userId="a86915342efa5ae2" providerId="LiveId" clId="{3929E0DB-D554-4540-9602-CA0B4BBDAC32}" dt="2026-10-01T00:12:31.876" v="40" actId="26606"/>
          <pc:sldLayoutMkLst>
            <pc:docMk/>
            <pc:sldMasterMk cId="591013869" sldId="2147483660"/>
            <pc:sldLayoutMk cId="3750203365" sldId="2147483666"/>
          </pc:sldLayoutMkLst>
        </pc:sldLayoutChg>
        <pc:sldLayoutChg chg="add replId">
          <pc:chgData name="Michael Pruett" userId="a86915342efa5ae2" providerId="LiveId" clId="{3929E0DB-D554-4540-9602-CA0B4BBDAC32}" dt="2026-10-01T00:12:31.876" v="40" actId="26606"/>
          <pc:sldLayoutMkLst>
            <pc:docMk/>
            <pc:sldMasterMk cId="591013869" sldId="2147483660"/>
            <pc:sldLayoutMk cId="2801573745" sldId="2147483667"/>
          </pc:sldLayoutMkLst>
        </pc:sldLayoutChg>
        <pc:sldLayoutChg chg="add replId">
          <pc:chgData name="Michael Pruett" userId="a86915342efa5ae2" providerId="LiveId" clId="{3929E0DB-D554-4540-9602-CA0B4BBDAC32}" dt="2026-10-01T00:12:31.876" v="40" actId="26606"/>
          <pc:sldLayoutMkLst>
            <pc:docMk/>
            <pc:sldMasterMk cId="591013869" sldId="2147483660"/>
            <pc:sldLayoutMk cId="127749400" sldId="2147483668"/>
          </pc:sldLayoutMkLst>
        </pc:sldLayoutChg>
        <pc:sldLayoutChg chg="add replId">
          <pc:chgData name="Michael Pruett" userId="a86915342efa5ae2" providerId="LiveId" clId="{3929E0DB-D554-4540-9602-CA0B4BBDAC32}" dt="2026-10-01T00:12:31.876" v="40" actId="26606"/>
          <pc:sldLayoutMkLst>
            <pc:docMk/>
            <pc:sldMasterMk cId="591013869" sldId="2147483660"/>
            <pc:sldLayoutMk cId="653389373" sldId="2147483669"/>
          </pc:sldLayoutMkLst>
        </pc:sldLayoutChg>
        <pc:sldLayoutChg chg="add replId">
          <pc:chgData name="Michael Pruett" userId="a86915342efa5ae2" providerId="LiveId" clId="{3929E0DB-D554-4540-9602-CA0B4BBDAC32}" dt="2026-10-01T00:12:31.876" v="40" actId="26606"/>
          <pc:sldLayoutMkLst>
            <pc:docMk/>
            <pc:sldMasterMk cId="591013869" sldId="2147483660"/>
            <pc:sldLayoutMk cId="2769249965" sldId="2147483670"/>
          </pc:sldLayoutMkLst>
        </pc:sldLayoutChg>
        <pc:sldLayoutChg chg="add replId">
          <pc:chgData name="Michael Pruett" userId="a86915342efa5ae2" providerId="LiveId" clId="{3929E0DB-D554-4540-9602-CA0B4BBDAC32}" dt="2026-10-01T00:12:31.876" v="40" actId="26606"/>
          <pc:sldLayoutMkLst>
            <pc:docMk/>
            <pc:sldMasterMk cId="591013869" sldId="2147483660"/>
            <pc:sldLayoutMk cId="1504675132" sldId="2147483671"/>
          </pc:sldLayoutMkLst>
        </pc:sldLayoutChg>
      </pc:sldMaster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55794C1-AC1D-4703-9E83-E7BB5D30BDB4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F035602-F718-4D0C-9E84-E0E2697727BE}">
      <dgm:prSet/>
      <dgm:spPr/>
      <dgm:t>
        <a:bodyPr/>
        <a:lstStyle/>
        <a:p>
          <a:r>
            <a:rPr lang="en-US"/>
            <a:t>Title: UE Swimming &amp; Diving Scheduling and Performance Platform</a:t>
          </a:r>
        </a:p>
      </dgm:t>
    </dgm:pt>
    <dgm:pt modelId="{400A065B-5FB4-4E87-8A0D-D48C4B8BB701}" type="parTrans" cxnId="{1D11B5E6-5421-47DD-8D4B-FFDB9C945438}">
      <dgm:prSet/>
      <dgm:spPr/>
      <dgm:t>
        <a:bodyPr/>
        <a:lstStyle/>
        <a:p>
          <a:endParaRPr lang="en-US"/>
        </a:p>
      </dgm:t>
    </dgm:pt>
    <dgm:pt modelId="{0A3AFB40-79F8-4D1D-93B3-D43FE7BC9F9A}" type="sibTrans" cxnId="{1D11B5E6-5421-47DD-8D4B-FFDB9C945438}">
      <dgm:prSet/>
      <dgm:spPr/>
      <dgm:t>
        <a:bodyPr/>
        <a:lstStyle/>
        <a:p>
          <a:endParaRPr lang="en-US"/>
        </a:p>
      </dgm:t>
    </dgm:pt>
    <dgm:pt modelId="{751DF575-FAD9-4A91-AF3E-FD44EC0C8FB5}">
      <dgm:prSet/>
      <dgm:spPr/>
      <dgm:t>
        <a:bodyPr/>
        <a:lstStyle/>
        <a:p>
          <a:r>
            <a:rPr lang="en-US"/>
            <a:t>Problem: Team information is spread across multiple systems and coaches manually compare swimmer class schedules when determining practice times.</a:t>
          </a:r>
        </a:p>
      </dgm:t>
    </dgm:pt>
    <dgm:pt modelId="{775FC917-E494-44EC-9785-70BF566E8B95}" type="parTrans" cxnId="{EE842FF1-FB82-4245-81F4-9DDA0F00A052}">
      <dgm:prSet/>
      <dgm:spPr/>
      <dgm:t>
        <a:bodyPr/>
        <a:lstStyle/>
        <a:p>
          <a:endParaRPr lang="en-US"/>
        </a:p>
      </dgm:t>
    </dgm:pt>
    <dgm:pt modelId="{171C6289-9FA0-4FF8-B827-359F88CF04BC}" type="sibTrans" cxnId="{EE842FF1-FB82-4245-81F4-9DDA0F00A052}">
      <dgm:prSet/>
      <dgm:spPr/>
      <dgm:t>
        <a:bodyPr/>
        <a:lstStyle/>
        <a:p>
          <a:endParaRPr lang="en-US"/>
        </a:p>
      </dgm:t>
    </dgm:pt>
    <dgm:pt modelId="{EA132E8F-0AC4-43B0-8132-0E824482C41D}">
      <dgm:prSet/>
      <dgm:spPr/>
      <dgm:t>
        <a:bodyPr/>
        <a:lstStyle/>
        <a:p>
          <a:r>
            <a:rPr lang="en-US" dirty="0"/>
            <a:t>Solution: My platform will centralize scheduling and performance information and eventually automate conflict detection.</a:t>
          </a:r>
        </a:p>
      </dgm:t>
    </dgm:pt>
    <dgm:pt modelId="{4134BED4-E57C-43B7-9259-3AD12131781C}" type="parTrans" cxnId="{1CB2EE27-86B6-4FDB-8BE3-38C8F3D20621}">
      <dgm:prSet/>
      <dgm:spPr/>
      <dgm:t>
        <a:bodyPr/>
        <a:lstStyle/>
        <a:p>
          <a:endParaRPr lang="en-US"/>
        </a:p>
      </dgm:t>
    </dgm:pt>
    <dgm:pt modelId="{E6D033FE-97AC-45B1-BEDF-85A4C1B99F43}" type="sibTrans" cxnId="{1CB2EE27-86B6-4FDB-8BE3-38C8F3D20621}">
      <dgm:prSet/>
      <dgm:spPr/>
      <dgm:t>
        <a:bodyPr/>
        <a:lstStyle/>
        <a:p>
          <a:endParaRPr lang="en-US"/>
        </a:p>
      </dgm:t>
    </dgm:pt>
    <dgm:pt modelId="{8E50FE5A-31C6-4664-A9B8-95699A32EB9D}" type="pres">
      <dgm:prSet presAssocID="{C55794C1-AC1D-4703-9E83-E7BB5D30BDB4}" presName="root" presStyleCnt="0">
        <dgm:presLayoutVars>
          <dgm:dir/>
          <dgm:resizeHandles val="exact"/>
        </dgm:presLayoutVars>
      </dgm:prSet>
      <dgm:spPr/>
    </dgm:pt>
    <dgm:pt modelId="{90E900D4-8D11-4535-8331-D571D9CCA781}" type="pres">
      <dgm:prSet presAssocID="{9F035602-F718-4D0C-9E84-E0E2697727BE}" presName="compNode" presStyleCnt="0"/>
      <dgm:spPr/>
    </dgm:pt>
    <dgm:pt modelId="{FBD631AB-68B5-46C9-93FA-A201877D1452}" type="pres">
      <dgm:prSet presAssocID="{9F035602-F718-4D0C-9E84-E0E2697727BE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ve"/>
        </a:ext>
      </dgm:extLst>
    </dgm:pt>
    <dgm:pt modelId="{79FE461D-0C36-4FA9-A99C-83DA6E4161A3}" type="pres">
      <dgm:prSet presAssocID="{9F035602-F718-4D0C-9E84-E0E2697727BE}" presName="spaceRect" presStyleCnt="0"/>
      <dgm:spPr/>
    </dgm:pt>
    <dgm:pt modelId="{50730964-C3A8-4044-9E1F-5EC6D39FE667}" type="pres">
      <dgm:prSet presAssocID="{9F035602-F718-4D0C-9E84-E0E2697727BE}" presName="textRect" presStyleLbl="revTx" presStyleIdx="0" presStyleCnt="3">
        <dgm:presLayoutVars>
          <dgm:chMax val="1"/>
          <dgm:chPref val="1"/>
        </dgm:presLayoutVars>
      </dgm:prSet>
      <dgm:spPr/>
    </dgm:pt>
    <dgm:pt modelId="{CCA228CC-C55B-413B-A6A1-58A31E4D261C}" type="pres">
      <dgm:prSet presAssocID="{0A3AFB40-79F8-4D1D-93B3-D43FE7BC9F9A}" presName="sibTrans" presStyleCnt="0"/>
      <dgm:spPr/>
    </dgm:pt>
    <dgm:pt modelId="{BA5DA77E-F5AA-4A67-8F0B-22A6A64E035D}" type="pres">
      <dgm:prSet presAssocID="{751DF575-FAD9-4A91-AF3E-FD44EC0C8FB5}" presName="compNode" presStyleCnt="0"/>
      <dgm:spPr/>
    </dgm:pt>
    <dgm:pt modelId="{89631AC1-8F72-4FAB-B724-ED69DFC65F9F}" type="pres">
      <dgm:prSet presAssocID="{751DF575-FAD9-4A91-AF3E-FD44EC0C8FB5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wim"/>
        </a:ext>
      </dgm:extLst>
    </dgm:pt>
    <dgm:pt modelId="{F7396026-1616-4BF4-A778-7FC033D78BA1}" type="pres">
      <dgm:prSet presAssocID="{751DF575-FAD9-4A91-AF3E-FD44EC0C8FB5}" presName="spaceRect" presStyleCnt="0"/>
      <dgm:spPr/>
    </dgm:pt>
    <dgm:pt modelId="{FB2E7553-C8F6-4009-A453-B5D5CF8CEC1D}" type="pres">
      <dgm:prSet presAssocID="{751DF575-FAD9-4A91-AF3E-FD44EC0C8FB5}" presName="textRect" presStyleLbl="revTx" presStyleIdx="1" presStyleCnt="3">
        <dgm:presLayoutVars>
          <dgm:chMax val="1"/>
          <dgm:chPref val="1"/>
        </dgm:presLayoutVars>
      </dgm:prSet>
      <dgm:spPr/>
    </dgm:pt>
    <dgm:pt modelId="{46044DB6-2C20-42FD-8955-235D762CE20B}" type="pres">
      <dgm:prSet presAssocID="{171C6289-9FA0-4FF8-B827-359F88CF04BC}" presName="sibTrans" presStyleCnt="0"/>
      <dgm:spPr/>
    </dgm:pt>
    <dgm:pt modelId="{31D90539-0A81-4C5B-8B59-E7BA69846914}" type="pres">
      <dgm:prSet presAssocID="{EA132E8F-0AC4-43B0-8132-0E824482C41D}" presName="compNode" presStyleCnt="0"/>
      <dgm:spPr/>
    </dgm:pt>
    <dgm:pt modelId="{BBAE3F7A-C076-46BD-B2F7-DD21EEFBAC00}" type="pres">
      <dgm:prSet presAssocID="{EA132E8F-0AC4-43B0-8132-0E824482C41D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813D9350-FDE1-4FB9-A8C2-578CA97768D7}" type="pres">
      <dgm:prSet presAssocID="{EA132E8F-0AC4-43B0-8132-0E824482C41D}" presName="spaceRect" presStyleCnt="0"/>
      <dgm:spPr/>
    </dgm:pt>
    <dgm:pt modelId="{1003FC18-8FA9-4138-8C89-4426A4973BB9}" type="pres">
      <dgm:prSet presAssocID="{EA132E8F-0AC4-43B0-8132-0E824482C41D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6C86AA02-81D0-49EF-A81B-AFC26DD4AC10}" type="presOf" srcId="{751DF575-FAD9-4A91-AF3E-FD44EC0C8FB5}" destId="{FB2E7553-C8F6-4009-A453-B5D5CF8CEC1D}" srcOrd="0" destOrd="0" presId="urn:microsoft.com/office/officeart/2018/2/layout/IconLabelList"/>
    <dgm:cxn modelId="{1CB2EE27-86B6-4FDB-8BE3-38C8F3D20621}" srcId="{C55794C1-AC1D-4703-9E83-E7BB5D30BDB4}" destId="{EA132E8F-0AC4-43B0-8132-0E824482C41D}" srcOrd="2" destOrd="0" parTransId="{4134BED4-E57C-43B7-9259-3AD12131781C}" sibTransId="{E6D033FE-97AC-45B1-BEDF-85A4C1B99F43}"/>
    <dgm:cxn modelId="{5B22D2B4-FCC2-4A02-BA3C-DFCB7616A318}" type="presOf" srcId="{EA132E8F-0AC4-43B0-8132-0E824482C41D}" destId="{1003FC18-8FA9-4138-8C89-4426A4973BB9}" srcOrd="0" destOrd="0" presId="urn:microsoft.com/office/officeart/2018/2/layout/IconLabelList"/>
    <dgm:cxn modelId="{0E194DC1-216D-4FFE-A0E3-AAEAE63112B7}" type="presOf" srcId="{9F035602-F718-4D0C-9E84-E0E2697727BE}" destId="{50730964-C3A8-4044-9E1F-5EC6D39FE667}" srcOrd="0" destOrd="0" presId="urn:microsoft.com/office/officeart/2018/2/layout/IconLabelList"/>
    <dgm:cxn modelId="{1D11B5E6-5421-47DD-8D4B-FFDB9C945438}" srcId="{C55794C1-AC1D-4703-9E83-E7BB5D30BDB4}" destId="{9F035602-F718-4D0C-9E84-E0E2697727BE}" srcOrd="0" destOrd="0" parTransId="{400A065B-5FB4-4E87-8A0D-D48C4B8BB701}" sibTransId="{0A3AFB40-79F8-4D1D-93B3-D43FE7BC9F9A}"/>
    <dgm:cxn modelId="{EE842FF1-FB82-4245-81F4-9DDA0F00A052}" srcId="{C55794C1-AC1D-4703-9E83-E7BB5D30BDB4}" destId="{751DF575-FAD9-4A91-AF3E-FD44EC0C8FB5}" srcOrd="1" destOrd="0" parTransId="{775FC917-E494-44EC-9785-70BF566E8B95}" sibTransId="{171C6289-9FA0-4FF8-B827-359F88CF04BC}"/>
    <dgm:cxn modelId="{12DBB5FA-1720-4538-9FEA-8B8477586C40}" type="presOf" srcId="{C55794C1-AC1D-4703-9E83-E7BB5D30BDB4}" destId="{8E50FE5A-31C6-4664-A9B8-95699A32EB9D}" srcOrd="0" destOrd="0" presId="urn:microsoft.com/office/officeart/2018/2/layout/IconLabelList"/>
    <dgm:cxn modelId="{40B8AA53-D178-4D0F-A957-07E4102317D5}" type="presParOf" srcId="{8E50FE5A-31C6-4664-A9B8-95699A32EB9D}" destId="{90E900D4-8D11-4535-8331-D571D9CCA781}" srcOrd="0" destOrd="0" presId="urn:microsoft.com/office/officeart/2018/2/layout/IconLabelList"/>
    <dgm:cxn modelId="{E04477DE-566C-487F-B87B-A94711F9D4F3}" type="presParOf" srcId="{90E900D4-8D11-4535-8331-D571D9CCA781}" destId="{FBD631AB-68B5-46C9-93FA-A201877D1452}" srcOrd="0" destOrd="0" presId="urn:microsoft.com/office/officeart/2018/2/layout/IconLabelList"/>
    <dgm:cxn modelId="{55E42338-BA34-4A33-A8B0-74783BF74478}" type="presParOf" srcId="{90E900D4-8D11-4535-8331-D571D9CCA781}" destId="{79FE461D-0C36-4FA9-A99C-83DA6E4161A3}" srcOrd="1" destOrd="0" presId="urn:microsoft.com/office/officeart/2018/2/layout/IconLabelList"/>
    <dgm:cxn modelId="{98EEF665-16BE-43CB-88EF-649A70D4B6BD}" type="presParOf" srcId="{90E900D4-8D11-4535-8331-D571D9CCA781}" destId="{50730964-C3A8-4044-9E1F-5EC6D39FE667}" srcOrd="2" destOrd="0" presId="urn:microsoft.com/office/officeart/2018/2/layout/IconLabelList"/>
    <dgm:cxn modelId="{C63F7B4E-07AA-46BA-98AE-3B28FA864A2E}" type="presParOf" srcId="{8E50FE5A-31C6-4664-A9B8-95699A32EB9D}" destId="{CCA228CC-C55B-413B-A6A1-58A31E4D261C}" srcOrd="1" destOrd="0" presId="urn:microsoft.com/office/officeart/2018/2/layout/IconLabelList"/>
    <dgm:cxn modelId="{002B6CF0-3B5F-4441-8530-6F65AF970FFE}" type="presParOf" srcId="{8E50FE5A-31C6-4664-A9B8-95699A32EB9D}" destId="{BA5DA77E-F5AA-4A67-8F0B-22A6A64E035D}" srcOrd="2" destOrd="0" presId="urn:microsoft.com/office/officeart/2018/2/layout/IconLabelList"/>
    <dgm:cxn modelId="{28EC72E2-90FE-431F-B432-393D4AD76D3D}" type="presParOf" srcId="{BA5DA77E-F5AA-4A67-8F0B-22A6A64E035D}" destId="{89631AC1-8F72-4FAB-B724-ED69DFC65F9F}" srcOrd="0" destOrd="0" presId="urn:microsoft.com/office/officeart/2018/2/layout/IconLabelList"/>
    <dgm:cxn modelId="{C59B300F-8CDE-461F-B262-46B2422BF827}" type="presParOf" srcId="{BA5DA77E-F5AA-4A67-8F0B-22A6A64E035D}" destId="{F7396026-1616-4BF4-A778-7FC033D78BA1}" srcOrd="1" destOrd="0" presId="urn:microsoft.com/office/officeart/2018/2/layout/IconLabelList"/>
    <dgm:cxn modelId="{6F274506-1B42-43A0-868E-BA8198092C8D}" type="presParOf" srcId="{BA5DA77E-F5AA-4A67-8F0B-22A6A64E035D}" destId="{FB2E7553-C8F6-4009-A453-B5D5CF8CEC1D}" srcOrd="2" destOrd="0" presId="urn:microsoft.com/office/officeart/2018/2/layout/IconLabelList"/>
    <dgm:cxn modelId="{74274290-A725-4F24-A577-CFB0E3FA55FC}" type="presParOf" srcId="{8E50FE5A-31C6-4664-A9B8-95699A32EB9D}" destId="{46044DB6-2C20-42FD-8955-235D762CE20B}" srcOrd="3" destOrd="0" presId="urn:microsoft.com/office/officeart/2018/2/layout/IconLabelList"/>
    <dgm:cxn modelId="{F48E99F1-3B96-4878-8F27-B166171476ED}" type="presParOf" srcId="{8E50FE5A-31C6-4664-A9B8-95699A32EB9D}" destId="{31D90539-0A81-4C5B-8B59-E7BA69846914}" srcOrd="4" destOrd="0" presId="urn:microsoft.com/office/officeart/2018/2/layout/IconLabelList"/>
    <dgm:cxn modelId="{4A7A191D-0451-4F70-8B99-1C15226516D9}" type="presParOf" srcId="{31D90539-0A81-4C5B-8B59-E7BA69846914}" destId="{BBAE3F7A-C076-46BD-B2F7-DD21EEFBAC00}" srcOrd="0" destOrd="0" presId="urn:microsoft.com/office/officeart/2018/2/layout/IconLabelList"/>
    <dgm:cxn modelId="{1D7BC440-C586-44F2-8A08-B16F4DA902F3}" type="presParOf" srcId="{31D90539-0A81-4C5B-8B59-E7BA69846914}" destId="{813D9350-FDE1-4FB9-A8C2-578CA97768D7}" srcOrd="1" destOrd="0" presId="urn:microsoft.com/office/officeart/2018/2/layout/IconLabelList"/>
    <dgm:cxn modelId="{F48DA017-E198-4D13-A37D-DF99224FBCA5}" type="presParOf" srcId="{31D90539-0A81-4C5B-8B59-E7BA69846914}" destId="{1003FC18-8FA9-4138-8C89-4426A4973BB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4064535-D3F7-49E4-9E31-21DD0BD63437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A99C55C1-0B36-4608-8463-BEE0230C4EC8}">
      <dgm:prSet/>
      <dgm:spPr/>
      <dgm:t>
        <a:bodyPr/>
        <a:lstStyle/>
        <a:p>
          <a:r>
            <a:rPr lang="en-US"/>
            <a:t>Initial First Step: Build the first scheduling/conflict-detection workflow using mock swimmer schedules.</a:t>
          </a:r>
        </a:p>
      </dgm:t>
    </dgm:pt>
    <dgm:pt modelId="{DF70FFCD-EC2D-41FB-BDF2-982BCE796E1E}" type="parTrans" cxnId="{1796C52C-CA0D-4BE6-ABDD-6DECD8DACA17}">
      <dgm:prSet/>
      <dgm:spPr/>
      <dgm:t>
        <a:bodyPr/>
        <a:lstStyle/>
        <a:p>
          <a:endParaRPr lang="en-US"/>
        </a:p>
      </dgm:t>
    </dgm:pt>
    <dgm:pt modelId="{E14A1C33-3CFC-4444-A405-49F4C2C0964B}" type="sibTrans" cxnId="{1796C52C-CA0D-4BE6-ABDD-6DECD8DACA17}">
      <dgm:prSet/>
      <dgm:spPr/>
      <dgm:t>
        <a:bodyPr/>
        <a:lstStyle/>
        <a:p>
          <a:endParaRPr lang="en-US"/>
        </a:p>
      </dgm:t>
    </dgm:pt>
    <dgm:pt modelId="{EAF9F4E4-57DB-4DCF-9964-03963E73A311}">
      <dgm:prSet/>
      <dgm:spPr/>
      <dgm:t>
        <a:bodyPr/>
        <a:lstStyle/>
        <a:p>
          <a:r>
            <a:rPr lang="en-US"/>
            <a:t>Current Technical Risk: External data/integration availability remains uncertain, so early development will use mock/sample data.</a:t>
          </a:r>
        </a:p>
      </dgm:t>
    </dgm:pt>
    <dgm:pt modelId="{2B30499D-E1D2-4D38-AEA3-BFF5D2B5299D}" type="parTrans" cxnId="{0C2B28E5-3E32-4474-9CB1-69B8EC6F9A35}">
      <dgm:prSet/>
      <dgm:spPr/>
      <dgm:t>
        <a:bodyPr/>
        <a:lstStyle/>
        <a:p>
          <a:endParaRPr lang="en-US"/>
        </a:p>
      </dgm:t>
    </dgm:pt>
    <dgm:pt modelId="{594EF3E8-D749-4427-9B90-8C5D12C8B7FB}" type="sibTrans" cxnId="{0C2B28E5-3E32-4474-9CB1-69B8EC6F9A35}">
      <dgm:prSet/>
      <dgm:spPr/>
      <dgm:t>
        <a:bodyPr/>
        <a:lstStyle/>
        <a:p>
          <a:endParaRPr lang="en-US"/>
        </a:p>
      </dgm:t>
    </dgm:pt>
    <dgm:pt modelId="{79B9F114-81EF-452D-B1FA-DAFDF14B061D}" type="pres">
      <dgm:prSet presAssocID="{24064535-D3F7-49E4-9E31-21DD0BD63437}" presName="root" presStyleCnt="0">
        <dgm:presLayoutVars>
          <dgm:dir/>
          <dgm:resizeHandles val="exact"/>
        </dgm:presLayoutVars>
      </dgm:prSet>
      <dgm:spPr/>
    </dgm:pt>
    <dgm:pt modelId="{473098FB-A29D-4ECA-88E8-0619AB2C751F}" type="pres">
      <dgm:prSet presAssocID="{A99C55C1-0B36-4608-8463-BEE0230C4EC8}" presName="compNode" presStyleCnt="0"/>
      <dgm:spPr/>
    </dgm:pt>
    <dgm:pt modelId="{48B799A1-2930-4655-B264-AEFB5EC2680C}" type="pres">
      <dgm:prSet presAssocID="{A99C55C1-0B36-4608-8463-BEE0230C4EC8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ilboat"/>
        </a:ext>
      </dgm:extLst>
    </dgm:pt>
    <dgm:pt modelId="{8A0F1880-BA5E-453E-AFEA-E1ACD1D880D6}" type="pres">
      <dgm:prSet presAssocID="{A99C55C1-0B36-4608-8463-BEE0230C4EC8}" presName="spaceRect" presStyleCnt="0"/>
      <dgm:spPr/>
    </dgm:pt>
    <dgm:pt modelId="{0B2CA285-B77C-4D26-9BF6-571FB652ECA7}" type="pres">
      <dgm:prSet presAssocID="{A99C55C1-0B36-4608-8463-BEE0230C4EC8}" presName="textRect" presStyleLbl="revTx" presStyleIdx="0" presStyleCnt="2">
        <dgm:presLayoutVars>
          <dgm:chMax val="1"/>
          <dgm:chPref val="1"/>
        </dgm:presLayoutVars>
      </dgm:prSet>
      <dgm:spPr/>
    </dgm:pt>
    <dgm:pt modelId="{3E2086ED-FC6A-4F1B-8E6C-8EE7DC0F17A9}" type="pres">
      <dgm:prSet presAssocID="{E14A1C33-3CFC-4444-A405-49F4C2C0964B}" presName="sibTrans" presStyleCnt="0"/>
      <dgm:spPr/>
    </dgm:pt>
    <dgm:pt modelId="{C3716E3D-59D2-499B-9CB8-3147448CFF15}" type="pres">
      <dgm:prSet presAssocID="{EAF9F4E4-57DB-4DCF-9964-03963E73A311}" presName="compNode" presStyleCnt="0"/>
      <dgm:spPr/>
    </dgm:pt>
    <dgm:pt modelId="{5F6B43E7-E0B8-4FA0-89ED-1F2633F4CBE3}" type="pres">
      <dgm:prSet presAssocID="{EAF9F4E4-57DB-4DCF-9964-03963E73A311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C66A707D-DA5B-4558-9662-EB773F25DC33}" type="pres">
      <dgm:prSet presAssocID="{EAF9F4E4-57DB-4DCF-9964-03963E73A311}" presName="spaceRect" presStyleCnt="0"/>
      <dgm:spPr/>
    </dgm:pt>
    <dgm:pt modelId="{8AA40823-D2AB-4CC0-939B-6777BDF9FA6B}" type="pres">
      <dgm:prSet presAssocID="{EAF9F4E4-57DB-4DCF-9964-03963E73A311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FD1B7716-2AD3-46F5-A5F0-767C3DB750A4}" type="presOf" srcId="{24064535-D3F7-49E4-9E31-21DD0BD63437}" destId="{79B9F114-81EF-452D-B1FA-DAFDF14B061D}" srcOrd="0" destOrd="0" presId="urn:microsoft.com/office/officeart/2018/2/layout/IconLabelList"/>
    <dgm:cxn modelId="{1796C52C-CA0D-4BE6-ABDD-6DECD8DACA17}" srcId="{24064535-D3F7-49E4-9E31-21DD0BD63437}" destId="{A99C55C1-0B36-4608-8463-BEE0230C4EC8}" srcOrd="0" destOrd="0" parTransId="{DF70FFCD-EC2D-41FB-BDF2-982BCE796E1E}" sibTransId="{E14A1C33-3CFC-4444-A405-49F4C2C0964B}"/>
    <dgm:cxn modelId="{2E0EAF71-42EE-49E9-805F-40F4B0035EC7}" type="presOf" srcId="{A99C55C1-0B36-4608-8463-BEE0230C4EC8}" destId="{0B2CA285-B77C-4D26-9BF6-571FB652ECA7}" srcOrd="0" destOrd="0" presId="urn:microsoft.com/office/officeart/2018/2/layout/IconLabelList"/>
    <dgm:cxn modelId="{62C76CBA-6145-4C82-934A-C43DC6FD607E}" type="presOf" srcId="{EAF9F4E4-57DB-4DCF-9964-03963E73A311}" destId="{8AA40823-D2AB-4CC0-939B-6777BDF9FA6B}" srcOrd="0" destOrd="0" presId="urn:microsoft.com/office/officeart/2018/2/layout/IconLabelList"/>
    <dgm:cxn modelId="{0C2B28E5-3E32-4474-9CB1-69B8EC6F9A35}" srcId="{24064535-D3F7-49E4-9E31-21DD0BD63437}" destId="{EAF9F4E4-57DB-4DCF-9964-03963E73A311}" srcOrd="1" destOrd="0" parTransId="{2B30499D-E1D2-4D38-AEA3-BFF5D2B5299D}" sibTransId="{594EF3E8-D749-4427-9B90-8C5D12C8B7FB}"/>
    <dgm:cxn modelId="{E47B9AAC-76AB-4730-89C0-77FF6A210589}" type="presParOf" srcId="{79B9F114-81EF-452D-B1FA-DAFDF14B061D}" destId="{473098FB-A29D-4ECA-88E8-0619AB2C751F}" srcOrd="0" destOrd="0" presId="urn:microsoft.com/office/officeart/2018/2/layout/IconLabelList"/>
    <dgm:cxn modelId="{FFFBDF07-39BA-4CD9-89DD-637E700C09E4}" type="presParOf" srcId="{473098FB-A29D-4ECA-88E8-0619AB2C751F}" destId="{48B799A1-2930-4655-B264-AEFB5EC2680C}" srcOrd="0" destOrd="0" presId="urn:microsoft.com/office/officeart/2018/2/layout/IconLabelList"/>
    <dgm:cxn modelId="{CDAFB4C5-4656-4A70-BE0E-921BE77C4ADA}" type="presParOf" srcId="{473098FB-A29D-4ECA-88E8-0619AB2C751F}" destId="{8A0F1880-BA5E-453E-AFEA-E1ACD1D880D6}" srcOrd="1" destOrd="0" presId="urn:microsoft.com/office/officeart/2018/2/layout/IconLabelList"/>
    <dgm:cxn modelId="{DAF11CE0-D2AE-483E-8EE7-AC0B01F0AF4B}" type="presParOf" srcId="{473098FB-A29D-4ECA-88E8-0619AB2C751F}" destId="{0B2CA285-B77C-4D26-9BF6-571FB652ECA7}" srcOrd="2" destOrd="0" presId="urn:microsoft.com/office/officeart/2018/2/layout/IconLabelList"/>
    <dgm:cxn modelId="{C41BEE75-320F-4214-9C70-E9413614CD58}" type="presParOf" srcId="{79B9F114-81EF-452D-B1FA-DAFDF14B061D}" destId="{3E2086ED-FC6A-4F1B-8E6C-8EE7DC0F17A9}" srcOrd="1" destOrd="0" presId="urn:microsoft.com/office/officeart/2018/2/layout/IconLabelList"/>
    <dgm:cxn modelId="{DDCC8499-9A9E-4FE4-8488-CA7EB433B0A1}" type="presParOf" srcId="{79B9F114-81EF-452D-B1FA-DAFDF14B061D}" destId="{C3716E3D-59D2-499B-9CB8-3147448CFF15}" srcOrd="2" destOrd="0" presId="urn:microsoft.com/office/officeart/2018/2/layout/IconLabelList"/>
    <dgm:cxn modelId="{A43E860D-4DBB-496F-830F-90E101796677}" type="presParOf" srcId="{C3716E3D-59D2-499B-9CB8-3147448CFF15}" destId="{5F6B43E7-E0B8-4FA0-89ED-1F2633F4CBE3}" srcOrd="0" destOrd="0" presId="urn:microsoft.com/office/officeart/2018/2/layout/IconLabelList"/>
    <dgm:cxn modelId="{747D009C-AE1E-473C-B6D3-ADAFD51A9F3A}" type="presParOf" srcId="{C3716E3D-59D2-499B-9CB8-3147448CFF15}" destId="{C66A707D-DA5B-4558-9662-EB773F25DC33}" srcOrd="1" destOrd="0" presId="urn:microsoft.com/office/officeart/2018/2/layout/IconLabelList"/>
    <dgm:cxn modelId="{89E37637-AECE-4192-B9DD-B6BF496BE14F}" type="presParOf" srcId="{C3716E3D-59D2-499B-9CB8-3147448CFF15}" destId="{8AA40823-D2AB-4CC0-939B-6777BDF9FA6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D631AB-68B5-46C9-93FA-A201877D1452}">
      <dsp:nvSpPr>
        <dsp:cNvPr id="0" name=""/>
        <dsp:cNvSpPr/>
      </dsp:nvSpPr>
      <dsp:spPr>
        <a:xfrm>
          <a:off x="880822" y="602250"/>
          <a:ext cx="1435205" cy="143520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730964-C3A8-4044-9E1F-5EC6D39FE667}">
      <dsp:nvSpPr>
        <dsp:cNvPr id="0" name=""/>
        <dsp:cNvSpPr/>
      </dsp:nvSpPr>
      <dsp:spPr>
        <a:xfrm>
          <a:off x="3752" y="2417899"/>
          <a:ext cx="318934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Title: UE Swimming &amp; Diving Scheduling and Performance Platform</a:t>
          </a:r>
        </a:p>
      </dsp:txBody>
      <dsp:txXfrm>
        <a:off x="3752" y="2417899"/>
        <a:ext cx="3189345" cy="720000"/>
      </dsp:txXfrm>
    </dsp:sp>
    <dsp:sp modelId="{89631AC1-8F72-4FAB-B724-ED69DFC65F9F}">
      <dsp:nvSpPr>
        <dsp:cNvPr id="0" name=""/>
        <dsp:cNvSpPr/>
      </dsp:nvSpPr>
      <dsp:spPr>
        <a:xfrm>
          <a:off x="4628303" y="602250"/>
          <a:ext cx="1435205" cy="143520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2E7553-C8F6-4009-A453-B5D5CF8CEC1D}">
      <dsp:nvSpPr>
        <dsp:cNvPr id="0" name=""/>
        <dsp:cNvSpPr/>
      </dsp:nvSpPr>
      <dsp:spPr>
        <a:xfrm>
          <a:off x="3751233" y="2417899"/>
          <a:ext cx="318934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Problem: Team information is spread across multiple systems and coaches manually compare swimmer class schedules when determining practice times.</a:t>
          </a:r>
        </a:p>
      </dsp:txBody>
      <dsp:txXfrm>
        <a:off x="3751233" y="2417899"/>
        <a:ext cx="3189345" cy="720000"/>
      </dsp:txXfrm>
    </dsp:sp>
    <dsp:sp modelId="{BBAE3F7A-C076-46BD-B2F7-DD21EEFBAC00}">
      <dsp:nvSpPr>
        <dsp:cNvPr id="0" name=""/>
        <dsp:cNvSpPr/>
      </dsp:nvSpPr>
      <dsp:spPr>
        <a:xfrm>
          <a:off x="8375784" y="602250"/>
          <a:ext cx="1435205" cy="143520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03FC18-8FA9-4138-8C89-4426A4973BB9}">
      <dsp:nvSpPr>
        <dsp:cNvPr id="0" name=""/>
        <dsp:cNvSpPr/>
      </dsp:nvSpPr>
      <dsp:spPr>
        <a:xfrm>
          <a:off x="7498714" y="2417899"/>
          <a:ext cx="318934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Solution: My platform will centralize scheduling and performance information and eventually automate conflict detection.</a:t>
          </a:r>
        </a:p>
      </dsp:txBody>
      <dsp:txXfrm>
        <a:off x="7498714" y="2417899"/>
        <a:ext cx="3189345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B799A1-2930-4655-B264-AEFB5EC2680C}">
      <dsp:nvSpPr>
        <dsp:cNvPr id="0" name=""/>
        <dsp:cNvSpPr/>
      </dsp:nvSpPr>
      <dsp:spPr>
        <a:xfrm>
          <a:off x="1835905" y="302927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2CA285-B77C-4D26-9BF6-571FB652ECA7}">
      <dsp:nvSpPr>
        <dsp:cNvPr id="0" name=""/>
        <dsp:cNvSpPr/>
      </dsp:nvSpPr>
      <dsp:spPr>
        <a:xfrm>
          <a:off x="647905" y="2717222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Initial First Step: Build the first scheduling/conflict-detection workflow using mock swimmer schedules.</a:t>
          </a:r>
        </a:p>
      </dsp:txBody>
      <dsp:txXfrm>
        <a:off x="647905" y="2717222"/>
        <a:ext cx="4320000" cy="720000"/>
      </dsp:txXfrm>
    </dsp:sp>
    <dsp:sp modelId="{5F6B43E7-E0B8-4FA0-89ED-1F2633F4CBE3}">
      <dsp:nvSpPr>
        <dsp:cNvPr id="0" name=""/>
        <dsp:cNvSpPr/>
      </dsp:nvSpPr>
      <dsp:spPr>
        <a:xfrm>
          <a:off x="6911906" y="302927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A40823-D2AB-4CC0-939B-6777BDF9FA6B}">
      <dsp:nvSpPr>
        <dsp:cNvPr id="0" name=""/>
        <dsp:cNvSpPr/>
      </dsp:nvSpPr>
      <dsp:spPr>
        <a:xfrm>
          <a:off x="5723905" y="2717222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Current Technical Risk: External data/integration availability remains uncertain, so early development will use mock/sample data.</a:t>
          </a:r>
        </a:p>
      </dsp:txBody>
      <dsp:txXfrm>
        <a:off x="5723905" y="2717222"/>
        <a:ext cx="432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675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249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389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49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573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203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438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677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267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3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318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1013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24" name="Picture 23" descr="Underwater empty swimming pool">
            <a:extLst>
              <a:ext uri="{FF2B5EF4-FFF2-40B4-BE49-F238E27FC236}">
                <a16:creationId xmlns:a16="http://schemas.microsoft.com/office/drawing/2014/main" id="{D9345B94-D156-8682-327F-98259F0F25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D21F66AB-6D67-4C86-A415-0B6E4EEC5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423811" y="423809"/>
            <a:ext cx="6858002" cy="6010383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1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3B3214-FBF1-53BE-3ECA-1D7CBE1476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3786" y="908651"/>
            <a:ext cx="5230366" cy="400545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6800" dirty="0"/>
              <a:t>Progress Pitch #1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3E3DE8-B37E-19A4-7783-461016C9AA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3787" y="5050632"/>
            <a:ext cx="3793200" cy="1129888"/>
          </a:xfrm>
        </p:spPr>
        <p:txBody>
          <a:bodyPr anchor="b">
            <a:normAutofit/>
          </a:bodyPr>
          <a:lstStyle/>
          <a:p>
            <a:r>
              <a:rPr lang="en-US" sz="2200"/>
              <a:t>Michael Pruett</a:t>
            </a:r>
          </a:p>
          <a:p>
            <a:endParaRPr lang="en-US" sz="220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B66F5E1-B07D-4718-F4B4-5FCE4B7E8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9006" y="727509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38315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CFAE48-2408-EADE-7BCE-DC4DC744A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1155618"/>
          </a:xfrm>
        </p:spPr>
        <p:txBody>
          <a:bodyPr>
            <a:normAutofit/>
          </a:bodyPr>
          <a:lstStyle/>
          <a:p>
            <a:r>
              <a:rPr lang="en-US" dirty="0"/>
              <a:t>Project &amp; problem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Content Placeholder 2">
            <a:extLst>
              <a:ext uri="{FF2B5EF4-FFF2-40B4-BE49-F238E27FC236}">
                <a16:creationId xmlns:a16="http://schemas.microsoft.com/office/drawing/2014/main" id="{D6E09014-C9E7-B075-EAA8-0DDC2F6C6B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7917157"/>
              </p:ext>
            </p:extLst>
          </p:nvPr>
        </p:nvGraphicFramePr>
        <p:xfrm>
          <a:off x="700088" y="2222500"/>
          <a:ext cx="10691812" cy="3740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36788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60EB578-C970-4186-B93C-45851BBC6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7BDBEF-6CA0-FD5D-47C5-87D9D555A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6968" y="914400"/>
            <a:ext cx="6627924" cy="1307592"/>
          </a:xfrm>
        </p:spPr>
        <p:txBody>
          <a:bodyPr>
            <a:normAutofit/>
          </a:bodyPr>
          <a:lstStyle/>
          <a:p>
            <a:r>
              <a:rPr lang="en-US" dirty="0"/>
              <a:t>Client &amp; Users</a:t>
            </a:r>
          </a:p>
        </p:txBody>
      </p:sp>
      <p:pic>
        <p:nvPicPr>
          <p:cNvPr id="5" name="Picture 4" descr="Swimming goggles on the side of a lap pool">
            <a:extLst>
              <a:ext uri="{FF2B5EF4-FFF2-40B4-BE49-F238E27FC236}">
                <a16:creationId xmlns:a16="http://schemas.microsoft.com/office/drawing/2014/main" id="{EEBEF3CB-FE2B-2C52-92EC-E3A6AEF62A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298" r="37870" b="2"/>
          <a:stretch>
            <a:fillRect/>
          </a:stretch>
        </p:blipFill>
        <p:spPr>
          <a:xfrm>
            <a:off x="20" y="-17929"/>
            <a:ext cx="4206220" cy="687592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DF57B02-07BB-407B-BB36-06D9C64A6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17665" y="722376"/>
            <a:ext cx="6476356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59E59-5C15-A89F-9D8C-1D2D60515E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6968" y="2221992"/>
            <a:ext cx="6627924" cy="3739896"/>
          </a:xfrm>
        </p:spPr>
        <p:txBody>
          <a:bodyPr>
            <a:normAutofit/>
          </a:bodyPr>
          <a:lstStyle/>
          <a:p>
            <a:r>
              <a:rPr lang="en-US" dirty="0"/>
              <a:t>Primary Client: UE Swimming &amp; Diving Coaching staff primarily head coach</a:t>
            </a:r>
          </a:p>
          <a:p>
            <a:r>
              <a:rPr lang="en-US" dirty="0"/>
              <a:t>Users: Coaches and Swimmers</a:t>
            </a:r>
          </a:p>
          <a:p>
            <a:r>
              <a:rPr lang="en-US" dirty="0"/>
              <a:t>Client Input: Coach has reviewed the project proposal specifically the key features and supports the current direction of the project 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6855964-C920-48EB-8804-74291211C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17665" y="6144768"/>
            <a:ext cx="647635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68916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81DE04-131F-7FF0-3FFF-D4C0C45AC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5195889" cy="1316736"/>
          </a:xfrm>
        </p:spPr>
        <p:txBody>
          <a:bodyPr>
            <a:normAutofit/>
          </a:bodyPr>
          <a:lstStyle/>
          <a:p>
            <a:r>
              <a:rPr lang="en-US" dirty="0"/>
              <a:t>Design Direction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2B951FD-94F7-E138-3EC2-A66A551D9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C1776-A387-A8B8-708F-BC907CA4CB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231136"/>
            <a:ext cx="5195889" cy="3931920"/>
          </a:xfrm>
        </p:spPr>
        <p:txBody>
          <a:bodyPr>
            <a:normAutofit/>
          </a:bodyPr>
          <a:lstStyle/>
          <a:p>
            <a:r>
              <a:rPr lang="en-US" dirty="0"/>
              <a:t>Technology: React Frontend, Python /Fast API background, Relational Database later, Optional External Data/Imports</a:t>
            </a:r>
          </a:p>
          <a:p>
            <a:r>
              <a:rPr lang="en-US" dirty="0"/>
              <a:t>Initial Workflow: Sample Swimmer Schedules, Conflict Detection, and Rank Low-Conflict Practice Windows</a:t>
            </a:r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7155D8AF-5D5B-7364-2029-88B20F5288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27" r="41799" b="-2"/>
          <a:stretch>
            <a:fillRect/>
          </a:stretch>
        </p:blipFill>
        <p:spPr>
          <a:xfrm>
            <a:off x="6420752" y="-1"/>
            <a:ext cx="5771248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109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E53615EE-C559-4E03-999B-5477F1626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10B593-192C-7F0A-C8D9-7F0EC9B0A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8" y="909637"/>
            <a:ext cx="5958216" cy="1316736"/>
          </a:xfrm>
        </p:spPr>
        <p:txBody>
          <a:bodyPr>
            <a:normAutofit/>
          </a:bodyPr>
          <a:lstStyle/>
          <a:p>
            <a:r>
              <a:rPr lang="en-US" dirty="0"/>
              <a:t>Prototype Progress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99A8EBD-049C-48E6-97ED-C9102D78FC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2376"/>
            <a:ext cx="5715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A89C31-55E7-1312-5DBA-7FDB3CC999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088" y="1888118"/>
            <a:ext cx="5958216" cy="3713109"/>
          </a:xfrm>
        </p:spPr>
        <p:txBody>
          <a:bodyPr>
            <a:normAutofit/>
          </a:bodyPr>
          <a:lstStyle/>
          <a:p>
            <a:r>
              <a:rPr lang="en-US" dirty="0"/>
              <a:t> GitHub repository created</a:t>
            </a:r>
          </a:p>
          <a:p>
            <a:r>
              <a:rPr lang="en-US" dirty="0"/>
              <a:t>Project structure created</a:t>
            </a:r>
          </a:p>
          <a:p>
            <a:r>
              <a:rPr lang="en-US" dirty="0"/>
              <a:t>Documentation Added</a:t>
            </a:r>
          </a:p>
          <a:p>
            <a:r>
              <a:rPr lang="en-US" dirty="0"/>
              <a:t>React/Vite frontend initialized</a:t>
            </a:r>
          </a:p>
          <a:p>
            <a:r>
              <a:rPr lang="en-US" dirty="0"/>
              <a:t>Python virtual environment created</a:t>
            </a:r>
          </a:p>
          <a:p>
            <a:r>
              <a:rPr lang="en-US" dirty="0" err="1"/>
              <a:t>FastAPI</a:t>
            </a:r>
            <a:r>
              <a:rPr lang="en-US" dirty="0"/>
              <a:t> backend initialized</a:t>
            </a:r>
          </a:p>
          <a:p>
            <a:r>
              <a:rPr lang="en-US" dirty="0"/>
              <a:t>Frontend and backend run locally</a:t>
            </a:r>
          </a:p>
          <a:p>
            <a:r>
              <a:rPr lang="en-US" dirty="0"/>
              <a:t>Frontend successfully communicates with backend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4B2DC6C-6605-18B2-3D46-7731D56745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273736"/>
            <a:ext cx="4076700" cy="1487995"/>
          </a:xfrm>
          <a:prstGeom prst="rect">
            <a:avLst/>
          </a:prstGeom>
        </p:spPr>
      </p:pic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7AB7C5C-C091-4C25-B1BD-93E2F6948C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8546"/>
            <a:ext cx="5715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50101EE0-2D2C-A935-5B2B-BDA90D80F1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208157"/>
            <a:ext cx="4076700" cy="1324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325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CE8E-C5D3-7213-F1F2-62B121727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1155618"/>
          </a:xfrm>
        </p:spPr>
        <p:txBody>
          <a:bodyPr>
            <a:normAutofit/>
          </a:bodyPr>
          <a:lstStyle/>
          <a:p>
            <a:r>
              <a:rPr lang="en-US" dirty="0"/>
              <a:t>Next Steps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38DA066-AFEC-273F-3211-28D9750FC0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853023"/>
              </p:ext>
            </p:extLst>
          </p:nvPr>
        </p:nvGraphicFramePr>
        <p:xfrm>
          <a:off x="700088" y="2222500"/>
          <a:ext cx="10691812" cy="3740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20043637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207</Words>
  <Application>Microsoft Office PowerPoint</Application>
  <PresentationFormat>Widescreen</PresentationFormat>
  <Paragraphs>25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Calisto MT</vt:lpstr>
      <vt:lpstr>Univers Condensed</vt:lpstr>
      <vt:lpstr>ChronicleVTI</vt:lpstr>
      <vt:lpstr>Progress Pitch #1</vt:lpstr>
      <vt:lpstr>Project &amp; problem</vt:lpstr>
      <vt:lpstr>Client &amp; Users</vt:lpstr>
      <vt:lpstr>Design Direction</vt:lpstr>
      <vt:lpstr>Prototype Progress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Pruett</dc:creator>
  <cp:lastModifiedBy>Michael Pruett</cp:lastModifiedBy>
  <cp:revision>1</cp:revision>
  <dcterms:created xsi:type="dcterms:W3CDTF">2026-10-01T00:11:34Z</dcterms:created>
  <dcterms:modified xsi:type="dcterms:W3CDTF">2026-10-02T16:09:15Z</dcterms:modified>
</cp:coreProperties>
</file>